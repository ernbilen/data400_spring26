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65" r:id="rId3"/>
    <p:sldId id="269" r:id="rId4"/>
    <p:sldId id="266" r:id="rId5"/>
    <p:sldId id="267" r:id="rId6"/>
    <p:sldId id="268" r:id="rId7"/>
    <p:sldId id="260" r:id="rId8"/>
    <p:sldId id="261" r:id="rId9"/>
    <p:sldId id="262" r:id="rId10"/>
    <p:sldId id="271" r:id="rId11"/>
    <p:sldId id="270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DFF"/>
    <a:srgbClr val="006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050D1-7130-484D-A6BA-1B760F75348A}" v="1230" dt="2026-03-24T19:03:44.394"/>
    <p1510:client id="{338D3DB2-7DBC-4050-BA12-9BE2BF9712FB}" v="57" dt="2026-03-24T19:03:22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mond, Emily" userId="78e4da3b-eab1-480a-9c6c-9e7da60e6896" providerId="ADAL" clId="{09FE1FAD-4B26-5EB6-98EC-0B8AF668D42E}"/>
    <pc:docChg chg="undo redo custSel addSld delSld modSld sldOrd">
      <pc:chgData name="Diamond, Emily" userId="78e4da3b-eab1-480a-9c6c-9e7da60e6896" providerId="ADAL" clId="{09FE1FAD-4B26-5EB6-98EC-0B8AF668D42E}" dt="2026-03-24T19:03:44.393" v="1217"/>
      <pc:docMkLst>
        <pc:docMk/>
      </pc:docMkLst>
      <pc:sldChg chg="addSp delSp modSp mod setBg delDesignElem">
        <pc:chgData name="Diamond, Emily" userId="78e4da3b-eab1-480a-9c6c-9e7da60e6896" providerId="ADAL" clId="{09FE1FAD-4B26-5EB6-98EC-0B8AF668D42E}" dt="2026-03-24T19:03:43.688" v="1215"/>
        <pc:sldMkLst>
          <pc:docMk/>
          <pc:sldMk cId="3305860482" sldId="256"/>
        </pc:sldMkLst>
        <pc:spChg chg="mod">
          <ac:chgData name="Diamond, Emily" userId="78e4da3b-eab1-480a-9c6c-9e7da60e6896" providerId="ADAL" clId="{09FE1FAD-4B26-5EB6-98EC-0B8AF668D42E}" dt="2026-03-24T19:03:43.688" v="1215"/>
          <ac:spMkLst>
            <pc:docMk/>
            <pc:sldMk cId="3305860482" sldId="256"/>
            <ac:spMk id="2" creationId="{329143DF-03AA-2433-FD4C-B5E38CA7E6BE}"/>
          </ac:spMkLst>
        </pc:spChg>
        <pc:spChg chg="mod">
          <ac:chgData name="Diamond, Emily" userId="78e4da3b-eab1-480a-9c6c-9e7da60e6896" providerId="ADAL" clId="{09FE1FAD-4B26-5EB6-98EC-0B8AF668D42E}" dt="2026-03-24T17:17:47.423" v="2" actId="26606"/>
          <ac:spMkLst>
            <pc:docMk/>
            <pc:sldMk cId="3305860482" sldId="256"/>
            <ac:spMk id="3" creationId="{6A2F83C1-64F4-0190-A8C0-58132499B3E3}"/>
          </ac:spMkLst>
        </pc:spChg>
        <pc:spChg chg="add del">
          <ac:chgData name="Diamond, Emily" userId="78e4da3b-eab1-480a-9c6c-9e7da60e6896" providerId="ADAL" clId="{09FE1FAD-4B26-5EB6-98EC-0B8AF668D42E}" dt="2026-03-24T17:17:47.415" v="1" actId="26606"/>
          <ac:spMkLst>
            <pc:docMk/>
            <pc:sldMk cId="3305860482" sldId="256"/>
            <ac:spMk id="8" creationId="{943CAA20-3569-4189-9E48-239A229A86CA}"/>
          </ac:spMkLst>
        </pc:spChg>
        <pc:spChg chg="add del">
          <ac:chgData name="Diamond, Emily" userId="78e4da3b-eab1-480a-9c6c-9e7da60e6896" providerId="ADAL" clId="{09FE1FAD-4B26-5EB6-98EC-0B8AF668D42E}" dt="2026-03-24T17:17:47.415" v="1" actId="26606"/>
          <ac:spMkLst>
            <pc:docMk/>
            <pc:sldMk cId="3305860482" sldId="256"/>
            <ac:spMk id="10" creationId="{DA542B6D-E775-4832-91DC-2D20F857813A}"/>
          </ac:spMkLst>
        </pc:spChg>
        <pc:spChg chg="add del">
          <ac:chgData name="Diamond, Emily" userId="78e4da3b-eab1-480a-9c6c-9e7da60e6896" providerId="ADAL" clId="{09FE1FAD-4B26-5EB6-98EC-0B8AF668D42E}" dt="2026-03-24T17:41:56.203" v="215"/>
          <ac:spMkLst>
            <pc:docMk/>
            <pc:sldMk cId="3305860482" sldId="256"/>
            <ac:spMk id="12" creationId="{C7F28D52-2A5F-4D23-81AE-7CB8B591C7AF}"/>
          </ac:spMkLst>
        </pc:spChg>
        <pc:spChg chg="add del">
          <ac:chgData name="Diamond, Emily" userId="78e4da3b-eab1-480a-9c6c-9e7da60e6896" providerId="ADAL" clId="{09FE1FAD-4B26-5EB6-98EC-0B8AF668D42E}" dt="2026-03-24T17:41:56.203" v="215"/>
          <ac:spMkLst>
            <pc:docMk/>
            <pc:sldMk cId="3305860482" sldId="256"/>
            <ac:spMk id="13" creationId="{FFD48BC7-DC40-47DE-87EE-9F4B6ECB9ABB}"/>
          </ac:spMkLst>
        </pc:spChg>
        <pc:spChg chg="add del">
          <ac:chgData name="Diamond, Emily" userId="78e4da3b-eab1-480a-9c6c-9e7da60e6896" providerId="ADAL" clId="{09FE1FAD-4B26-5EB6-98EC-0B8AF668D42E}" dt="2026-03-24T17:41:56.203" v="215"/>
          <ac:spMkLst>
            <pc:docMk/>
            <pc:sldMk cId="3305860482" sldId="256"/>
            <ac:spMk id="14" creationId="{3629484E-3792-4B3D-89AD-7C8A1ED0E0D4}"/>
          </ac:spMkLst>
        </pc:spChg>
        <pc:spChg chg="add del">
          <ac:chgData name="Diamond, Emily" userId="78e4da3b-eab1-480a-9c6c-9e7da60e6896" providerId="ADAL" clId="{09FE1FAD-4B26-5EB6-98EC-0B8AF668D42E}" dt="2026-03-24T17:41:56.203" v="215"/>
          <ac:spMkLst>
            <pc:docMk/>
            <pc:sldMk cId="3305860482" sldId="256"/>
            <ac:spMk id="15" creationId="{E502BBC7-2C76-46F3-BC24-5985BC13DB88}"/>
          </ac:spMkLst>
        </pc:spChg>
      </pc:sldChg>
      <pc:sldChg chg="addSp delSp modSp del mod setBg delDesignElem">
        <pc:chgData name="Diamond, Emily" userId="78e4da3b-eab1-480a-9c6c-9e7da60e6896" providerId="ADAL" clId="{09FE1FAD-4B26-5EB6-98EC-0B8AF668D42E}" dt="2026-03-24T17:38:24.765" v="138" actId="2696"/>
        <pc:sldMkLst>
          <pc:docMk/>
          <pc:sldMk cId="3920841140" sldId="257"/>
        </pc:sldMkLst>
        <pc:spChg chg="mod">
          <ac:chgData name="Diamond, Emily" userId="78e4da3b-eab1-480a-9c6c-9e7da60e6896" providerId="ADAL" clId="{09FE1FAD-4B26-5EB6-98EC-0B8AF668D42E}" dt="2026-03-24T17:38:11.218" v="137" actId="1076"/>
          <ac:spMkLst>
            <pc:docMk/>
            <pc:sldMk cId="3920841140" sldId="257"/>
            <ac:spMk id="2" creationId="{F9D6CEDD-0B82-DED5-F943-F509DAB86EEC}"/>
          </ac:spMkLst>
        </pc:spChg>
        <pc:spChg chg="mod">
          <ac:chgData name="Diamond, Emily" userId="78e4da3b-eab1-480a-9c6c-9e7da60e6896" providerId="ADAL" clId="{09FE1FAD-4B26-5EB6-98EC-0B8AF668D42E}" dt="2026-03-24T17:37:12.030" v="110" actId="20577"/>
          <ac:spMkLst>
            <pc:docMk/>
            <pc:sldMk cId="3920841140" sldId="257"/>
            <ac:spMk id="3" creationId="{FCD68931-8EE9-271F-CF1E-302E8FBBF83E}"/>
          </ac:spMkLst>
        </pc:spChg>
        <pc:spChg chg="add del">
          <ac:chgData name="Diamond, Emily" userId="78e4da3b-eab1-480a-9c6c-9e7da60e6896" providerId="ADAL" clId="{09FE1FAD-4B26-5EB6-98EC-0B8AF668D42E}" dt="2026-03-24T17:38:06.320" v="135"/>
          <ac:spMkLst>
            <pc:docMk/>
            <pc:sldMk cId="3920841140" sldId="257"/>
            <ac:spMk id="8" creationId="{907EF6B7-1338-4443-8C46-6A318D952DFD}"/>
          </ac:spMkLst>
        </pc:spChg>
        <pc:spChg chg="add del">
          <ac:chgData name="Diamond, Emily" userId="78e4da3b-eab1-480a-9c6c-9e7da60e6896" providerId="ADAL" clId="{09FE1FAD-4B26-5EB6-98EC-0B8AF668D42E}" dt="2026-03-24T17:38:06.320" v="135"/>
          <ac:spMkLst>
            <pc:docMk/>
            <pc:sldMk cId="3920841140" sldId="257"/>
            <ac:spMk id="10" creationId="{DAAE4CDD-124C-4DCF-9584-B6033B545DD5}"/>
          </ac:spMkLst>
        </pc:spChg>
        <pc:spChg chg="add del">
          <ac:chgData name="Diamond, Emily" userId="78e4da3b-eab1-480a-9c6c-9e7da60e6896" providerId="ADAL" clId="{09FE1FAD-4B26-5EB6-98EC-0B8AF668D42E}" dt="2026-03-24T17:38:06.320" v="135"/>
          <ac:spMkLst>
            <pc:docMk/>
            <pc:sldMk cId="3920841140" sldId="257"/>
            <ac:spMk id="12" creationId="{081E4A58-353D-44AE-B2FC-2A74E2E400F7}"/>
          </ac:spMkLst>
        </pc:spChg>
      </pc:sldChg>
      <pc:sldChg chg="addSp delSp modSp del mod setBg delDesignElem">
        <pc:chgData name="Diamond, Emily" userId="78e4da3b-eab1-480a-9c6c-9e7da60e6896" providerId="ADAL" clId="{09FE1FAD-4B26-5EB6-98EC-0B8AF668D42E}" dt="2026-03-24T17:40:40.565" v="192" actId="2696"/>
        <pc:sldMkLst>
          <pc:docMk/>
          <pc:sldMk cId="3686764370" sldId="258"/>
        </pc:sldMkLst>
        <pc:spChg chg="add del mod">
          <ac:chgData name="Diamond, Emily" userId="78e4da3b-eab1-480a-9c6c-9e7da60e6896" providerId="ADAL" clId="{09FE1FAD-4B26-5EB6-98EC-0B8AF668D42E}" dt="2026-03-24T17:39:44.073" v="177" actId="478"/>
          <ac:spMkLst>
            <pc:docMk/>
            <pc:sldMk cId="3686764370" sldId="258"/>
            <ac:spMk id="2" creationId="{F023E8B6-3E73-955F-F1DC-FAC73858A973}"/>
          </ac:spMkLst>
        </pc:spChg>
        <pc:spChg chg="add del mod">
          <ac:chgData name="Diamond, Emily" userId="78e4da3b-eab1-480a-9c6c-9e7da60e6896" providerId="ADAL" clId="{09FE1FAD-4B26-5EB6-98EC-0B8AF668D42E}" dt="2026-03-24T17:18:15.543" v="7"/>
          <ac:spMkLst>
            <pc:docMk/>
            <pc:sldMk cId="3686764370" sldId="258"/>
            <ac:spMk id="3" creationId="{70E9A333-33F3-2B09-E328-61804B86A142}"/>
          </ac:spMkLst>
        </pc:spChg>
        <pc:spChg chg="add del mod">
          <ac:chgData name="Diamond, Emily" userId="78e4da3b-eab1-480a-9c6c-9e7da60e6896" providerId="ADAL" clId="{09FE1FAD-4B26-5EB6-98EC-0B8AF668D42E}" dt="2026-03-24T17:20:43.158" v="33" actId="767"/>
          <ac:spMkLst>
            <pc:docMk/>
            <pc:sldMk cId="3686764370" sldId="258"/>
            <ac:spMk id="4" creationId="{71290B81-348E-C5D5-101D-4BA6EB1AC070}"/>
          </ac:spMkLst>
        </pc:spChg>
        <pc:spChg chg="add del mod">
          <ac:chgData name="Diamond, Emily" userId="78e4da3b-eab1-480a-9c6c-9e7da60e6896" providerId="ADAL" clId="{09FE1FAD-4B26-5EB6-98EC-0B8AF668D42E}" dt="2026-03-24T17:39:44.073" v="177" actId="478"/>
          <ac:spMkLst>
            <pc:docMk/>
            <pc:sldMk cId="3686764370" sldId="258"/>
            <ac:spMk id="7" creationId="{2FF98C9E-DB06-B859-97E6-E3F79F5651FE}"/>
          </ac:spMkLst>
        </pc:spChg>
        <pc:spChg chg="add del">
          <ac:chgData name="Diamond, Emily" userId="78e4da3b-eab1-480a-9c6c-9e7da60e6896" providerId="ADAL" clId="{09FE1FAD-4B26-5EB6-98EC-0B8AF668D42E}" dt="2026-03-24T17:38:06.320" v="135"/>
          <ac:spMkLst>
            <pc:docMk/>
            <pc:sldMk cId="3686764370" sldId="258"/>
            <ac:spMk id="10" creationId="{A4AC5506-6312-4701-8D3C-40187889A947}"/>
          </ac:spMkLst>
        </pc:spChg>
        <pc:picChg chg="mod">
          <ac:chgData name="Diamond, Emily" userId="78e4da3b-eab1-480a-9c6c-9e7da60e6896" providerId="ADAL" clId="{09FE1FAD-4B26-5EB6-98EC-0B8AF668D42E}" dt="2026-03-24T17:18:07.096" v="4" actId="26606"/>
          <ac:picMkLst>
            <pc:docMk/>
            <pc:sldMk cId="3686764370" sldId="258"/>
            <ac:picMk id="5" creationId="{4BFBD638-4EC4-7235-CF31-4B8F66276E6B}"/>
          </ac:picMkLst>
        </pc:picChg>
      </pc:sldChg>
      <pc:sldChg chg="addSp delSp modSp del mod">
        <pc:chgData name="Diamond, Emily" userId="78e4da3b-eab1-480a-9c6c-9e7da60e6896" providerId="ADAL" clId="{09FE1FAD-4B26-5EB6-98EC-0B8AF668D42E}" dt="2026-03-24T17:41:04.203" v="196" actId="2696"/>
        <pc:sldMkLst>
          <pc:docMk/>
          <pc:sldMk cId="864325965" sldId="259"/>
        </pc:sldMkLst>
        <pc:spChg chg="del mod">
          <ac:chgData name="Diamond, Emily" userId="78e4da3b-eab1-480a-9c6c-9e7da60e6896" providerId="ADAL" clId="{09FE1FAD-4B26-5EB6-98EC-0B8AF668D42E}" dt="2026-03-24T17:19:53.977" v="15" actId="478"/>
          <ac:spMkLst>
            <pc:docMk/>
            <pc:sldMk cId="864325965" sldId="259"/>
            <ac:spMk id="2" creationId="{27C47B8D-BC9A-889A-55FF-819456DF15A1}"/>
          </ac:spMkLst>
        </pc:spChg>
        <pc:spChg chg="add mod">
          <ac:chgData name="Diamond, Emily" userId="78e4da3b-eab1-480a-9c6c-9e7da60e6896" providerId="ADAL" clId="{09FE1FAD-4B26-5EB6-98EC-0B8AF668D42E}" dt="2026-03-24T17:20:46.974" v="35" actId="1076"/>
          <ac:spMkLst>
            <pc:docMk/>
            <pc:sldMk cId="864325965" sldId="259"/>
            <ac:spMk id="3" creationId="{A6C06AC0-93CA-22D0-841F-2779CFDD43C4}"/>
          </ac:spMkLst>
        </pc:spChg>
        <pc:spChg chg="add del mod">
          <ac:chgData name="Diamond, Emily" userId="78e4da3b-eab1-480a-9c6c-9e7da60e6896" providerId="ADAL" clId="{09FE1FAD-4B26-5EB6-98EC-0B8AF668D42E}" dt="2026-03-24T17:19:56.763" v="16" actId="478"/>
          <ac:spMkLst>
            <pc:docMk/>
            <pc:sldMk cId="864325965" sldId="259"/>
            <ac:spMk id="6" creationId="{E3A52643-7953-37B7-6B99-CC93454845C5}"/>
          </ac:spMkLst>
        </pc:spChg>
      </pc:sldChg>
      <pc:sldChg chg="addSp delSp modSp mod">
        <pc:chgData name="Diamond, Emily" userId="78e4da3b-eab1-480a-9c6c-9e7da60e6896" providerId="ADAL" clId="{09FE1FAD-4B26-5EB6-98EC-0B8AF668D42E}" dt="2026-03-24T17:37:14.965" v="125"/>
        <pc:sldMkLst>
          <pc:docMk/>
          <pc:sldMk cId="744664952" sldId="260"/>
        </pc:sldMkLst>
        <pc:spChg chg="add del">
          <ac:chgData name="Diamond, Emily" userId="78e4da3b-eab1-480a-9c6c-9e7da60e6896" providerId="ADAL" clId="{09FE1FAD-4B26-5EB6-98EC-0B8AF668D42E}" dt="2026-03-24T17:37:14.772" v="124" actId="478"/>
          <ac:spMkLst>
            <pc:docMk/>
            <pc:sldMk cId="744664952" sldId="260"/>
            <ac:spMk id="2" creationId="{1413A9FB-3CC9-06DB-D859-A899CE091274}"/>
          </ac:spMkLst>
        </pc:spChg>
        <pc:spChg chg="add mod">
          <ac:chgData name="Diamond, Emily" userId="78e4da3b-eab1-480a-9c6c-9e7da60e6896" providerId="ADAL" clId="{09FE1FAD-4B26-5EB6-98EC-0B8AF668D42E}" dt="2026-03-24T17:37:14.965" v="125"/>
          <ac:spMkLst>
            <pc:docMk/>
            <pc:sldMk cId="744664952" sldId="260"/>
            <ac:spMk id="3" creationId="{81399170-CFE0-87F6-F429-946FB1124C16}"/>
          </ac:spMkLst>
        </pc:spChg>
        <pc:spChg chg="add del mod">
          <ac:chgData name="Diamond, Emily" userId="78e4da3b-eab1-480a-9c6c-9e7da60e6896" providerId="ADAL" clId="{09FE1FAD-4B26-5EB6-98EC-0B8AF668D42E}" dt="2026-03-24T17:37:14.772" v="124" actId="478"/>
          <ac:spMkLst>
            <pc:docMk/>
            <pc:sldMk cId="744664952" sldId="260"/>
            <ac:spMk id="8" creationId="{68D8A853-8E60-7D04-58B6-EB2FF1EB01B2}"/>
          </ac:spMkLst>
        </pc:spChg>
        <pc:grpChg chg="mod">
          <ac:chgData name="Diamond, Emily" userId="78e4da3b-eab1-480a-9c6c-9e7da60e6896" providerId="ADAL" clId="{09FE1FAD-4B26-5EB6-98EC-0B8AF668D42E}" dt="2026-03-24T17:37:13.236" v="116" actId="1036"/>
          <ac:grpSpMkLst>
            <pc:docMk/>
            <pc:sldMk cId="744664952" sldId="260"/>
            <ac:grpSpMk id="7" creationId="{CC13D90B-1307-88EF-CEF9-CE4927EEE5C6}"/>
          </ac:grpSpMkLst>
        </pc:grpChg>
      </pc:sldChg>
      <pc:sldChg chg="addSp delSp modSp mod">
        <pc:chgData name="Diamond, Emily" userId="78e4da3b-eab1-480a-9c6c-9e7da60e6896" providerId="ADAL" clId="{09FE1FAD-4B26-5EB6-98EC-0B8AF668D42E}" dt="2026-03-24T17:37:13.894" v="120" actId="478"/>
        <pc:sldMkLst>
          <pc:docMk/>
          <pc:sldMk cId="3522182972" sldId="261"/>
        </pc:sldMkLst>
        <pc:spChg chg="add del">
          <ac:chgData name="Diamond, Emily" userId="78e4da3b-eab1-480a-9c6c-9e7da60e6896" providerId="ADAL" clId="{09FE1FAD-4B26-5EB6-98EC-0B8AF668D42E}" dt="2026-03-24T17:37:13.894" v="120" actId="478"/>
          <ac:spMkLst>
            <pc:docMk/>
            <pc:sldMk cId="3522182972" sldId="261"/>
            <ac:spMk id="2" creationId="{03D65DD0-AF0B-ACFD-5B7E-29C645E75B07}"/>
          </ac:spMkLst>
        </pc:spChg>
        <pc:spChg chg="add mod">
          <ac:chgData name="Diamond, Emily" userId="78e4da3b-eab1-480a-9c6c-9e7da60e6896" providerId="ADAL" clId="{09FE1FAD-4B26-5EB6-98EC-0B8AF668D42E}" dt="2026-03-24T17:21:59.409" v="73" actId="14100"/>
          <ac:spMkLst>
            <pc:docMk/>
            <pc:sldMk cId="3522182972" sldId="261"/>
            <ac:spMk id="3" creationId="{14B8A957-C2EB-94EE-27C0-59653ABDBE75}"/>
          </ac:spMkLst>
        </pc:spChg>
        <pc:spChg chg="add del mod">
          <ac:chgData name="Diamond, Emily" userId="78e4da3b-eab1-480a-9c6c-9e7da60e6896" providerId="ADAL" clId="{09FE1FAD-4B26-5EB6-98EC-0B8AF668D42E}" dt="2026-03-24T17:37:13.894" v="120" actId="478"/>
          <ac:spMkLst>
            <pc:docMk/>
            <pc:sldMk cId="3522182972" sldId="261"/>
            <ac:spMk id="6" creationId="{AE072792-5FE2-3FB6-6391-7BE65AB2E13B}"/>
          </ac:spMkLst>
        </pc:spChg>
        <pc:picChg chg="mod">
          <ac:chgData name="Diamond, Emily" userId="78e4da3b-eab1-480a-9c6c-9e7da60e6896" providerId="ADAL" clId="{09FE1FAD-4B26-5EB6-98EC-0B8AF668D42E}" dt="2026-03-24T17:37:13.566" v="118" actId="1036"/>
          <ac:picMkLst>
            <pc:docMk/>
            <pc:sldMk cId="3522182972" sldId="261"/>
            <ac:picMk id="5" creationId="{6FF8EDE0-A591-3C9D-0757-35B8CC111024}"/>
          </ac:picMkLst>
        </pc:picChg>
      </pc:sldChg>
      <pc:sldChg chg="addSp delSp modSp mod">
        <pc:chgData name="Diamond, Emily" userId="78e4da3b-eab1-480a-9c6c-9e7da60e6896" providerId="ADAL" clId="{09FE1FAD-4B26-5EB6-98EC-0B8AF668D42E}" dt="2026-03-24T17:37:12.944" v="115" actId="478"/>
        <pc:sldMkLst>
          <pc:docMk/>
          <pc:sldMk cId="3702384411" sldId="262"/>
        </pc:sldMkLst>
        <pc:spChg chg="add del">
          <ac:chgData name="Diamond, Emily" userId="78e4da3b-eab1-480a-9c6c-9e7da60e6896" providerId="ADAL" clId="{09FE1FAD-4B26-5EB6-98EC-0B8AF668D42E}" dt="2026-03-24T17:37:12.944" v="115" actId="478"/>
          <ac:spMkLst>
            <pc:docMk/>
            <pc:sldMk cId="3702384411" sldId="262"/>
            <ac:spMk id="2" creationId="{BD7BA5A3-775B-45C9-49AF-AF79E597F512}"/>
          </ac:spMkLst>
        </pc:spChg>
        <pc:spChg chg="add mod">
          <ac:chgData name="Diamond, Emily" userId="78e4da3b-eab1-480a-9c6c-9e7da60e6896" providerId="ADAL" clId="{09FE1FAD-4B26-5EB6-98EC-0B8AF668D42E}" dt="2026-03-24T17:22:20.017" v="86"/>
          <ac:spMkLst>
            <pc:docMk/>
            <pc:sldMk cId="3702384411" sldId="262"/>
            <ac:spMk id="3" creationId="{9C4506AC-9867-D297-1955-334A922065C3}"/>
          </ac:spMkLst>
        </pc:spChg>
        <pc:spChg chg="add del mod">
          <ac:chgData name="Diamond, Emily" userId="78e4da3b-eab1-480a-9c6c-9e7da60e6896" providerId="ADAL" clId="{09FE1FAD-4B26-5EB6-98EC-0B8AF668D42E}" dt="2026-03-24T17:37:12.944" v="115" actId="478"/>
          <ac:spMkLst>
            <pc:docMk/>
            <pc:sldMk cId="3702384411" sldId="262"/>
            <ac:spMk id="6" creationId="{EE1A4520-21C2-9738-7900-22DFC27C2726}"/>
          </ac:spMkLst>
        </pc:spChg>
        <pc:grpChg chg="mod">
          <ac:chgData name="Diamond, Emily" userId="78e4da3b-eab1-480a-9c6c-9e7da60e6896" providerId="ADAL" clId="{09FE1FAD-4B26-5EB6-98EC-0B8AF668D42E}" dt="2026-03-24T17:37:12.558" v="113" actId="1036"/>
          <ac:grpSpMkLst>
            <pc:docMk/>
            <pc:sldMk cId="3702384411" sldId="262"/>
            <ac:grpSpMk id="16" creationId="{AA21F469-8DB1-58C5-AB61-79675FDCE8D8}"/>
          </ac:grpSpMkLst>
        </pc:grpChg>
      </pc:sldChg>
      <pc:sldChg chg="addSp delSp modSp mod setBg delDesignElem">
        <pc:chgData name="Diamond, Emily" userId="78e4da3b-eab1-480a-9c6c-9e7da60e6896" providerId="ADAL" clId="{09FE1FAD-4B26-5EB6-98EC-0B8AF668D42E}" dt="2026-03-24T19:03:44.393" v="1217"/>
        <pc:sldMkLst>
          <pc:docMk/>
          <pc:sldMk cId="575420496" sldId="263"/>
        </pc:sldMkLst>
        <pc:spChg chg="mod">
          <ac:chgData name="Diamond, Emily" userId="78e4da3b-eab1-480a-9c6c-9e7da60e6896" providerId="ADAL" clId="{09FE1FAD-4B26-5EB6-98EC-0B8AF668D42E}" dt="2026-03-24T19:03:17.486" v="1201"/>
          <ac:spMkLst>
            <pc:docMk/>
            <pc:sldMk cId="575420496" sldId="263"/>
            <ac:spMk id="2" creationId="{52A4AF9D-6E27-55A3-1C56-679EE3F128D7}"/>
          </ac:spMkLst>
        </pc:spChg>
        <pc:spChg chg="mod">
          <ac:chgData name="Diamond, Emily" userId="78e4da3b-eab1-480a-9c6c-9e7da60e6896" providerId="ADAL" clId="{09FE1FAD-4B26-5EB6-98EC-0B8AF668D42E}" dt="2026-03-24T19:03:17.486" v="1201"/>
          <ac:spMkLst>
            <pc:docMk/>
            <pc:sldMk cId="575420496" sldId="263"/>
            <ac:spMk id="3" creationId="{325E54F9-916D-F90C-090D-5CB5C197391F}"/>
          </ac:spMkLst>
        </pc:spChg>
        <pc:spChg chg="add del">
          <ac:chgData name="Diamond, Emily" userId="78e4da3b-eab1-480a-9c6c-9e7da60e6896" providerId="ADAL" clId="{09FE1FAD-4B26-5EB6-98EC-0B8AF668D42E}" dt="2026-03-24T19:03:44.393" v="1217"/>
          <ac:spMkLst>
            <pc:docMk/>
            <pc:sldMk cId="575420496" sldId="263"/>
            <ac:spMk id="5" creationId="{AD6F6937-3B5A-4391-9F37-58A571B362A9}"/>
          </ac:spMkLst>
        </pc:spChg>
        <pc:spChg chg="add del">
          <ac:chgData name="Diamond, Emily" userId="78e4da3b-eab1-480a-9c6c-9e7da60e6896" providerId="ADAL" clId="{09FE1FAD-4B26-5EB6-98EC-0B8AF668D42E}" dt="2026-03-24T17:37:12.405" v="112" actId="26606"/>
          <ac:spMkLst>
            <pc:docMk/>
            <pc:sldMk cId="575420496" sldId="263"/>
            <ac:spMk id="8" creationId="{4BC99CB9-DDAD-44A2-8A1C-E3AF4E72DF5C}"/>
          </ac:spMkLst>
        </pc:spChg>
        <pc:spChg chg="add del">
          <ac:chgData name="Diamond, Emily" userId="78e4da3b-eab1-480a-9c6c-9e7da60e6896" providerId="ADAL" clId="{09FE1FAD-4B26-5EB6-98EC-0B8AF668D42E}" dt="2026-03-24T17:37:12.405" v="112" actId="26606"/>
          <ac:spMkLst>
            <pc:docMk/>
            <pc:sldMk cId="575420496" sldId="263"/>
            <ac:spMk id="10" creationId="{64053CBF-3932-45FF-8285-EE5146085F3A}"/>
          </ac:spMkLst>
        </pc:spChg>
        <pc:spChg chg="add del">
          <ac:chgData name="Diamond, Emily" userId="78e4da3b-eab1-480a-9c6c-9e7da60e6896" providerId="ADAL" clId="{09FE1FAD-4B26-5EB6-98EC-0B8AF668D42E}" dt="2026-03-24T17:37:12.189" v="111" actId="26606"/>
          <ac:spMkLst>
            <pc:docMk/>
            <pc:sldMk cId="575420496" sldId="263"/>
            <ac:spMk id="27" creationId="{907EF6B7-1338-4443-8C46-6A318D952DFD}"/>
          </ac:spMkLst>
        </pc:spChg>
        <pc:spChg chg="add del">
          <ac:chgData name="Diamond, Emily" userId="78e4da3b-eab1-480a-9c6c-9e7da60e6896" providerId="ADAL" clId="{09FE1FAD-4B26-5EB6-98EC-0B8AF668D42E}" dt="2026-03-24T17:37:12.189" v="111" actId="26606"/>
          <ac:spMkLst>
            <pc:docMk/>
            <pc:sldMk cId="575420496" sldId="263"/>
            <ac:spMk id="29" creationId="{DAAE4CDD-124C-4DCF-9584-B6033B545DD5}"/>
          </ac:spMkLst>
        </pc:spChg>
        <pc:spChg chg="add del">
          <ac:chgData name="Diamond, Emily" userId="78e4da3b-eab1-480a-9c6c-9e7da60e6896" providerId="ADAL" clId="{09FE1FAD-4B26-5EB6-98EC-0B8AF668D42E}" dt="2026-03-24T17:37:12.189" v="111" actId="26606"/>
          <ac:spMkLst>
            <pc:docMk/>
            <pc:sldMk cId="575420496" sldId="263"/>
            <ac:spMk id="31" creationId="{081E4A58-353D-44AE-B2FC-2A74E2E400F7}"/>
          </ac:spMkLst>
        </pc:spChg>
        <pc:grpChg chg="add del">
          <ac:chgData name="Diamond, Emily" userId="78e4da3b-eab1-480a-9c6c-9e7da60e6896" providerId="ADAL" clId="{09FE1FAD-4B26-5EB6-98EC-0B8AF668D42E}" dt="2026-03-24T17:37:12.405" v="112" actId="26606"/>
          <ac:grpSpMkLst>
            <pc:docMk/>
            <pc:sldMk cId="575420496" sldId="263"/>
            <ac:grpSpMk id="12" creationId="{2E751C04-BEA6-446B-A678-9C74819EBD4C}"/>
          </ac:grpSpMkLst>
        </pc:grpChg>
        <pc:grpChg chg="add del">
          <ac:chgData name="Diamond, Emily" userId="78e4da3b-eab1-480a-9c6c-9e7da60e6896" providerId="ADAL" clId="{09FE1FAD-4B26-5EB6-98EC-0B8AF668D42E}" dt="2026-03-24T17:37:12.405" v="112" actId="26606"/>
          <ac:grpSpMkLst>
            <pc:docMk/>
            <pc:sldMk cId="575420496" sldId="263"/>
            <ac:grpSpMk id="18" creationId="{B63ACBA3-DEFD-4C6D-BBA0-64468FA99C2D}"/>
          </ac:grpSpMkLst>
        </pc:grpChg>
      </pc:sldChg>
      <pc:sldChg chg="addSp delSp modSp del mod">
        <pc:chgData name="Diamond, Emily" userId="78e4da3b-eab1-480a-9c6c-9e7da60e6896" providerId="ADAL" clId="{09FE1FAD-4B26-5EB6-98EC-0B8AF668D42E}" dt="2026-03-24T17:41:36.176" v="212" actId="2696"/>
        <pc:sldMkLst>
          <pc:docMk/>
          <pc:sldMk cId="1265874278" sldId="264"/>
        </pc:sldMkLst>
        <pc:spChg chg="del">
          <ac:chgData name="Diamond, Emily" userId="78e4da3b-eab1-480a-9c6c-9e7da60e6896" providerId="ADAL" clId="{09FE1FAD-4B26-5EB6-98EC-0B8AF668D42E}" dt="2026-03-24T17:20:02.082" v="17" actId="478"/>
          <ac:spMkLst>
            <pc:docMk/>
            <pc:sldMk cId="1265874278" sldId="264"/>
            <ac:spMk id="2" creationId="{E8A7C043-B43F-4433-1E13-CBCB125CE755}"/>
          </ac:spMkLst>
        </pc:spChg>
        <pc:spChg chg="add del mod">
          <ac:chgData name="Diamond, Emily" userId="78e4da3b-eab1-480a-9c6c-9e7da60e6896" providerId="ADAL" clId="{09FE1FAD-4B26-5EB6-98EC-0B8AF668D42E}" dt="2026-03-24T17:20:04.353" v="18" actId="478"/>
          <ac:spMkLst>
            <pc:docMk/>
            <pc:sldMk cId="1265874278" sldId="264"/>
            <ac:spMk id="5" creationId="{D8D3F7B8-C243-F43C-0809-7E809D185478}"/>
          </ac:spMkLst>
        </pc:spChg>
        <pc:spChg chg="add mod">
          <ac:chgData name="Diamond, Emily" userId="78e4da3b-eab1-480a-9c6c-9e7da60e6896" providerId="ADAL" clId="{09FE1FAD-4B26-5EB6-98EC-0B8AF668D42E}" dt="2026-03-24T17:20:47.965" v="36" actId="1076"/>
          <ac:spMkLst>
            <pc:docMk/>
            <pc:sldMk cId="1265874278" sldId="264"/>
            <ac:spMk id="6" creationId="{8DE430D3-E23B-B36C-8E00-C4FA5287185A}"/>
          </ac:spMkLst>
        </pc:spChg>
      </pc:sldChg>
      <pc:sldChg chg="new del">
        <pc:chgData name="Diamond, Emily" userId="78e4da3b-eab1-480a-9c6c-9e7da60e6896" providerId="ADAL" clId="{09FE1FAD-4B26-5EB6-98EC-0B8AF668D42E}" dt="2026-03-24T17:37:11.777" v="109" actId="680"/>
        <pc:sldMkLst>
          <pc:docMk/>
          <pc:sldMk cId="1056985547" sldId="265"/>
        </pc:sldMkLst>
      </pc:sldChg>
      <pc:sldChg chg="addSp delSp modSp new mod delDesignElem">
        <pc:chgData name="Diamond, Emily" userId="78e4da3b-eab1-480a-9c6c-9e7da60e6896" providerId="ADAL" clId="{09FE1FAD-4B26-5EB6-98EC-0B8AF668D42E}" dt="2026-03-24T19:03:44.393" v="1217"/>
        <pc:sldMkLst>
          <pc:docMk/>
          <pc:sldMk cId="4058052029" sldId="265"/>
        </pc:sldMkLst>
        <pc:spChg chg="mod">
          <ac:chgData name="Diamond, Emily" userId="78e4da3b-eab1-480a-9c6c-9e7da60e6896" providerId="ADAL" clId="{09FE1FAD-4B26-5EB6-98EC-0B8AF668D42E}" dt="2026-03-24T17:41:56.203" v="215"/>
          <ac:spMkLst>
            <pc:docMk/>
            <pc:sldMk cId="4058052029" sldId="265"/>
            <ac:spMk id="2" creationId="{9B64FF1F-09A6-752E-88AB-8CA7AAFABD7F}"/>
          </ac:spMkLst>
        </pc:spChg>
        <pc:spChg chg="mod">
          <ac:chgData name="Diamond, Emily" userId="78e4da3b-eab1-480a-9c6c-9e7da60e6896" providerId="ADAL" clId="{09FE1FAD-4B26-5EB6-98EC-0B8AF668D42E}" dt="2026-03-24T17:41:56.203" v="215"/>
          <ac:spMkLst>
            <pc:docMk/>
            <pc:sldMk cId="4058052029" sldId="265"/>
            <ac:spMk id="3" creationId="{FAD9322E-86BB-1C8E-C455-9CE89000012E}"/>
          </ac:spMkLst>
        </pc:spChg>
        <pc:spChg chg="add del">
          <ac:chgData name="Diamond, Emily" userId="78e4da3b-eab1-480a-9c6c-9e7da60e6896" providerId="ADAL" clId="{09FE1FAD-4B26-5EB6-98EC-0B8AF668D42E}" dt="2026-03-24T19:03:44.393" v="1217"/>
          <ac:spMkLst>
            <pc:docMk/>
            <pc:sldMk cId="4058052029" sldId="265"/>
            <ac:spMk id="8" creationId="{AD6F6937-3B5A-4391-9F37-58A571B362A9}"/>
          </ac:spMkLst>
        </pc:spChg>
      </pc:sldChg>
      <pc:sldChg chg="addSp delSp modSp new mod">
        <pc:chgData name="Diamond, Emily" userId="78e4da3b-eab1-480a-9c6c-9e7da60e6896" providerId="ADAL" clId="{09FE1FAD-4B26-5EB6-98EC-0B8AF668D42E}" dt="2026-03-24T19:03:44.393" v="1217"/>
        <pc:sldMkLst>
          <pc:docMk/>
          <pc:sldMk cId="3939237685" sldId="266"/>
        </pc:sldMkLst>
        <pc:spChg chg="mod">
          <ac:chgData name="Diamond, Emily" userId="78e4da3b-eab1-480a-9c6c-9e7da60e6896" providerId="ADAL" clId="{09FE1FAD-4B26-5EB6-98EC-0B8AF668D42E}" dt="2026-03-24T17:41:56.203" v="215"/>
          <ac:spMkLst>
            <pc:docMk/>
            <pc:sldMk cId="3939237685" sldId="266"/>
            <ac:spMk id="2" creationId="{48400C72-0A1F-1A06-2F78-CB844C5765B0}"/>
          </ac:spMkLst>
        </pc:spChg>
        <pc:spChg chg="del">
          <ac:chgData name="Diamond, Emily" userId="78e4da3b-eab1-480a-9c6c-9e7da60e6896" providerId="ADAL" clId="{09FE1FAD-4B26-5EB6-98EC-0B8AF668D42E}" dt="2026-03-24T17:39:57.389" v="179"/>
          <ac:spMkLst>
            <pc:docMk/>
            <pc:sldMk cId="3939237685" sldId="266"/>
            <ac:spMk id="3" creationId="{6C1EAFEF-59E1-92ED-EE6A-4E39D69F12A3}"/>
          </ac:spMkLst>
        </pc:spChg>
        <pc:picChg chg="add mod">
          <ac:chgData name="Diamond, Emily" userId="78e4da3b-eab1-480a-9c6c-9e7da60e6896" providerId="ADAL" clId="{09FE1FAD-4B26-5EB6-98EC-0B8AF668D42E}" dt="2026-03-24T19:03:44.393" v="1217"/>
          <ac:picMkLst>
            <pc:docMk/>
            <pc:sldMk cId="3939237685" sldId="266"/>
            <ac:picMk id="4" creationId="{4FC72C7E-35C0-A01E-A4B0-5103EB1D4823}"/>
          </ac:picMkLst>
        </pc:picChg>
      </pc:sldChg>
      <pc:sldChg chg="addSp delSp modSp add mod">
        <pc:chgData name="Diamond, Emily" userId="78e4da3b-eab1-480a-9c6c-9e7da60e6896" providerId="ADAL" clId="{09FE1FAD-4B26-5EB6-98EC-0B8AF668D42E}" dt="2026-03-24T17:41:56.203" v="215"/>
        <pc:sldMkLst>
          <pc:docMk/>
          <pc:sldMk cId="3848364632" sldId="267"/>
        </pc:sldMkLst>
        <pc:spChg chg="mod">
          <ac:chgData name="Diamond, Emily" userId="78e4da3b-eab1-480a-9c6c-9e7da60e6896" providerId="ADAL" clId="{09FE1FAD-4B26-5EB6-98EC-0B8AF668D42E}" dt="2026-03-24T17:41:56.203" v="215"/>
          <ac:spMkLst>
            <pc:docMk/>
            <pc:sldMk cId="3848364632" sldId="267"/>
            <ac:spMk id="2" creationId="{70F514BD-51F4-858D-300A-88821C0DD2F4}"/>
          </ac:spMkLst>
        </pc:spChg>
        <pc:spChg chg="add del mod">
          <ac:chgData name="Diamond, Emily" userId="78e4da3b-eab1-480a-9c6c-9e7da60e6896" providerId="ADAL" clId="{09FE1FAD-4B26-5EB6-98EC-0B8AF668D42E}" dt="2026-03-24T17:40:58.894" v="195" actId="478"/>
          <ac:spMkLst>
            <pc:docMk/>
            <pc:sldMk cId="3848364632" sldId="267"/>
            <ac:spMk id="7" creationId="{E7C922FB-7BDF-1C55-2B9C-C4579D7E2E8B}"/>
          </ac:spMkLst>
        </pc:spChg>
        <pc:picChg chg="add mod">
          <ac:chgData name="Diamond, Emily" userId="78e4da3b-eab1-480a-9c6c-9e7da60e6896" providerId="ADAL" clId="{09FE1FAD-4B26-5EB6-98EC-0B8AF668D42E}" dt="2026-03-24T17:40:52.524" v="193"/>
          <ac:picMkLst>
            <pc:docMk/>
            <pc:sldMk cId="3848364632" sldId="267"/>
            <ac:picMk id="3" creationId="{F5591343-FFF9-1112-2D11-31A641ABABEC}"/>
          </ac:picMkLst>
        </pc:picChg>
        <pc:picChg chg="del">
          <ac:chgData name="Diamond, Emily" userId="78e4da3b-eab1-480a-9c6c-9e7da60e6896" providerId="ADAL" clId="{09FE1FAD-4B26-5EB6-98EC-0B8AF668D42E}" dt="2026-03-24T17:40:55.714" v="194" actId="478"/>
          <ac:picMkLst>
            <pc:docMk/>
            <pc:sldMk cId="3848364632" sldId="267"/>
            <ac:picMk id="4" creationId="{F9D08C43-EEAD-A9C5-6C47-5853A03AD56F}"/>
          </ac:picMkLst>
        </pc:picChg>
        <pc:picChg chg="add mod">
          <ac:chgData name="Diamond, Emily" userId="78e4da3b-eab1-480a-9c6c-9e7da60e6896" providerId="ADAL" clId="{09FE1FAD-4B26-5EB6-98EC-0B8AF668D42E}" dt="2026-03-24T17:40:52.524" v="193"/>
          <ac:picMkLst>
            <pc:docMk/>
            <pc:sldMk cId="3848364632" sldId="267"/>
            <ac:picMk id="5" creationId="{0950F22E-4A4E-37F9-82B2-418DD9109988}"/>
          </ac:picMkLst>
        </pc:picChg>
      </pc:sldChg>
      <pc:sldChg chg="addSp delSp modSp add mod">
        <pc:chgData name="Diamond, Emily" userId="78e4da3b-eab1-480a-9c6c-9e7da60e6896" providerId="ADAL" clId="{09FE1FAD-4B26-5EB6-98EC-0B8AF668D42E}" dt="2026-03-24T17:41:56.203" v="215"/>
        <pc:sldMkLst>
          <pc:docMk/>
          <pc:sldMk cId="2153152075" sldId="268"/>
        </pc:sldMkLst>
        <pc:spChg chg="mod">
          <ac:chgData name="Diamond, Emily" userId="78e4da3b-eab1-480a-9c6c-9e7da60e6896" providerId="ADAL" clId="{09FE1FAD-4B26-5EB6-98EC-0B8AF668D42E}" dt="2026-03-24T17:41:56.203" v="215"/>
          <ac:spMkLst>
            <pc:docMk/>
            <pc:sldMk cId="2153152075" sldId="268"/>
            <ac:spMk id="2" creationId="{280EC449-8382-3573-9227-03D38CE3A016}"/>
          </ac:spMkLst>
        </pc:spChg>
        <pc:spChg chg="add del mod">
          <ac:chgData name="Diamond, Emily" userId="78e4da3b-eab1-480a-9c6c-9e7da60e6896" providerId="ADAL" clId="{09FE1FAD-4B26-5EB6-98EC-0B8AF668D42E}" dt="2026-03-24T17:41:20.337" v="210" actId="478"/>
          <ac:spMkLst>
            <pc:docMk/>
            <pc:sldMk cId="2153152075" sldId="268"/>
            <ac:spMk id="6" creationId="{2C6C79D9-4927-8C67-BE8A-4B7C0B356E02}"/>
          </ac:spMkLst>
        </pc:spChg>
        <pc:picChg chg="add mod">
          <ac:chgData name="Diamond, Emily" userId="78e4da3b-eab1-480a-9c6c-9e7da60e6896" providerId="ADAL" clId="{09FE1FAD-4B26-5EB6-98EC-0B8AF668D42E}" dt="2026-03-24T17:41:22.339" v="211" actId="1076"/>
          <ac:picMkLst>
            <pc:docMk/>
            <pc:sldMk cId="2153152075" sldId="268"/>
            <ac:picMk id="3" creationId="{C03F3715-B303-3AA3-8C70-548E35D971EB}"/>
          </ac:picMkLst>
        </pc:picChg>
        <pc:picChg chg="del">
          <ac:chgData name="Diamond, Emily" userId="78e4da3b-eab1-480a-9c6c-9e7da60e6896" providerId="ADAL" clId="{09FE1FAD-4B26-5EB6-98EC-0B8AF668D42E}" dt="2026-03-24T17:41:18.600" v="209" actId="478"/>
          <ac:picMkLst>
            <pc:docMk/>
            <pc:sldMk cId="2153152075" sldId="268"/>
            <ac:picMk id="4" creationId="{B79130A6-C7BB-977D-3675-D97800D45BCC}"/>
          </ac:picMkLst>
        </pc:picChg>
      </pc:sldChg>
      <pc:sldChg chg="addSp delSp modSp new mod">
        <pc:chgData name="Diamond, Emily" userId="78e4da3b-eab1-480a-9c6c-9e7da60e6896" providerId="ADAL" clId="{09FE1FAD-4B26-5EB6-98EC-0B8AF668D42E}" dt="2026-03-24T19:03:44.393" v="1217"/>
        <pc:sldMkLst>
          <pc:docMk/>
          <pc:sldMk cId="636343397" sldId="269"/>
        </pc:sldMkLst>
        <pc:spChg chg="mod">
          <ac:chgData name="Diamond, Emily" userId="78e4da3b-eab1-480a-9c6c-9e7da60e6896" providerId="ADAL" clId="{09FE1FAD-4B26-5EB6-98EC-0B8AF668D42E}" dt="2026-03-24T17:43:02.990" v="254" actId="790"/>
          <ac:spMkLst>
            <pc:docMk/>
            <pc:sldMk cId="636343397" sldId="269"/>
            <ac:spMk id="2" creationId="{75D32A04-0AC7-004C-8822-34ACB97D0779}"/>
          </ac:spMkLst>
        </pc:spChg>
        <pc:spChg chg="del">
          <ac:chgData name="Diamond, Emily" userId="78e4da3b-eab1-480a-9c6c-9e7da60e6896" providerId="ADAL" clId="{09FE1FAD-4B26-5EB6-98EC-0B8AF668D42E}" dt="2026-03-24T17:42:46.215" v="251" actId="478"/>
          <ac:spMkLst>
            <pc:docMk/>
            <pc:sldMk cId="636343397" sldId="269"/>
            <ac:spMk id="3" creationId="{3063E08F-9C80-44AA-0898-282BDB309A1B}"/>
          </ac:spMkLst>
        </pc:spChg>
        <pc:spChg chg="mod">
          <ac:chgData name="Diamond, Emily" userId="78e4da3b-eab1-480a-9c6c-9e7da60e6896" providerId="ADAL" clId="{09FE1FAD-4B26-5EB6-98EC-0B8AF668D42E}" dt="2026-03-24T19:03:44.393" v="1217"/>
          <ac:spMkLst>
            <pc:docMk/>
            <pc:sldMk cId="636343397" sldId="269"/>
            <ac:spMk id="6" creationId="{DBC11162-BCBC-C47B-09E8-39F82808287D}"/>
          </ac:spMkLst>
        </pc:spChg>
        <pc:graphicFrameChg chg="add mod">
          <ac:chgData name="Diamond, Emily" userId="78e4da3b-eab1-480a-9c6c-9e7da60e6896" providerId="ADAL" clId="{09FE1FAD-4B26-5EB6-98EC-0B8AF668D42E}" dt="2026-03-24T17:51:44.313" v="275" actId="1035"/>
          <ac:graphicFrameMkLst>
            <pc:docMk/>
            <pc:sldMk cId="636343397" sldId="269"/>
            <ac:graphicFrameMk id="4" creationId="{7D47B8B7-B9FE-A430-8C86-D2D27C5DEEED}"/>
          </ac:graphicFrameMkLst>
        </pc:graphicFrameChg>
      </pc:sldChg>
      <pc:sldChg chg="add del">
        <pc:chgData name="Diamond, Emily" userId="78e4da3b-eab1-480a-9c6c-9e7da60e6896" providerId="ADAL" clId="{09FE1FAD-4B26-5EB6-98EC-0B8AF668D42E}" dt="2026-03-24T17:41:39.431" v="213" actId="2696"/>
        <pc:sldMkLst>
          <pc:docMk/>
          <pc:sldMk cId="2362345139" sldId="269"/>
        </pc:sldMkLst>
      </pc:sldChg>
      <pc:sldChg chg="addSp delSp modSp new mod ord">
        <pc:chgData name="Diamond, Emily" userId="78e4da3b-eab1-480a-9c6c-9e7da60e6896" providerId="ADAL" clId="{09FE1FAD-4B26-5EB6-98EC-0B8AF668D42E}" dt="2026-03-24T19:03:44.393" v="1217"/>
        <pc:sldMkLst>
          <pc:docMk/>
          <pc:sldMk cId="1206905897" sldId="270"/>
        </pc:sldMkLst>
        <pc:spChg chg="mod">
          <ac:chgData name="Diamond, Emily" userId="78e4da3b-eab1-480a-9c6c-9e7da60e6896" providerId="ADAL" clId="{09FE1FAD-4B26-5EB6-98EC-0B8AF668D42E}" dt="2026-03-24T19:03:44.393" v="1217"/>
          <ac:spMkLst>
            <pc:docMk/>
            <pc:sldMk cId="1206905897" sldId="270"/>
            <ac:spMk id="2" creationId="{30CF60B6-7A86-D9F0-61C9-7E3CFC0A209A}"/>
          </ac:spMkLst>
        </pc:spChg>
        <pc:spChg chg="del mod">
          <ac:chgData name="Diamond, Emily" userId="78e4da3b-eab1-480a-9c6c-9e7da60e6896" providerId="ADAL" clId="{09FE1FAD-4B26-5EB6-98EC-0B8AF668D42E}" dt="2026-03-24T18:09:10.742" v="667" actId="478"/>
          <ac:spMkLst>
            <pc:docMk/>
            <pc:sldMk cId="1206905897" sldId="270"/>
            <ac:spMk id="3" creationId="{8F06BE75-5C13-016F-0424-AE845EC429B1}"/>
          </ac:spMkLst>
        </pc:spChg>
        <pc:spChg chg="add del mod">
          <ac:chgData name="Diamond, Emily" userId="78e4da3b-eab1-480a-9c6c-9e7da60e6896" providerId="ADAL" clId="{09FE1FAD-4B26-5EB6-98EC-0B8AF668D42E}" dt="2026-03-24T18:09:20.227" v="668"/>
          <ac:spMkLst>
            <pc:docMk/>
            <pc:sldMk cId="1206905897" sldId="270"/>
            <ac:spMk id="5" creationId="{F596A430-D37A-BB8C-5154-8CEFAE20E71C}"/>
          </ac:spMkLst>
        </pc:spChg>
        <pc:spChg chg="add mod">
          <ac:chgData name="Diamond, Emily" userId="78e4da3b-eab1-480a-9c6c-9e7da60e6896" providerId="ADAL" clId="{09FE1FAD-4B26-5EB6-98EC-0B8AF668D42E}" dt="2026-03-24T19:03:44.393" v="1217"/>
          <ac:spMkLst>
            <pc:docMk/>
            <pc:sldMk cId="1206905897" sldId="270"/>
            <ac:spMk id="6" creationId="{565D7F75-BA74-4F76-530A-24ECD3EFCEE9}"/>
          </ac:spMkLst>
        </pc:spChg>
        <pc:spChg chg="add mod">
          <ac:chgData name="Diamond, Emily" userId="78e4da3b-eab1-480a-9c6c-9e7da60e6896" providerId="ADAL" clId="{09FE1FAD-4B26-5EB6-98EC-0B8AF668D42E}" dt="2026-03-24T18:09:39.622" v="707"/>
          <ac:spMkLst>
            <pc:docMk/>
            <pc:sldMk cId="1206905897" sldId="270"/>
            <ac:spMk id="7" creationId="{5BDCFD81-1A88-FDE6-78C0-DB32A54F71E5}"/>
          </ac:spMkLst>
        </pc:spChg>
      </pc:sldChg>
      <pc:sldChg chg="addSp delSp modSp new mod delDesignElem">
        <pc:chgData name="Diamond, Emily" userId="78e4da3b-eab1-480a-9c6c-9e7da60e6896" providerId="ADAL" clId="{09FE1FAD-4B26-5EB6-98EC-0B8AF668D42E}" dt="2026-03-24T19:03:44.393" v="1217"/>
        <pc:sldMkLst>
          <pc:docMk/>
          <pc:sldMk cId="2529825235" sldId="271"/>
        </pc:sldMkLst>
        <pc:spChg chg="mod">
          <ac:chgData name="Diamond, Emily" userId="78e4da3b-eab1-480a-9c6c-9e7da60e6896" providerId="ADAL" clId="{09FE1FAD-4B26-5EB6-98EC-0B8AF668D42E}" dt="2026-03-24T17:56:21.274" v="415" actId="20577"/>
          <ac:spMkLst>
            <pc:docMk/>
            <pc:sldMk cId="2529825235" sldId="271"/>
            <ac:spMk id="2" creationId="{8A8DCC41-DE5E-9959-4A90-300AA080F7D4}"/>
          </ac:spMkLst>
        </pc:spChg>
        <pc:spChg chg="mod">
          <ac:chgData name="Diamond, Emily" userId="78e4da3b-eab1-480a-9c6c-9e7da60e6896" providerId="ADAL" clId="{09FE1FAD-4B26-5EB6-98EC-0B8AF668D42E}" dt="2026-03-24T18:11:55.309" v="886" actId="20577"/>
          <ac:spMkLst>
            <pc:docMk/>
            <pc:sldMk cId="2529825235" sldId="271"/>
            <ac:spMk id="3" creationId="{2322E2F5-DEC2-876A-E83E-A82E579A0398}"/>
          </ac:spMkLst>
        </pc:spChg>
        <pc:spChg chg="add del">
          <ac:chgData name="Diamond, Emily" userId="78e4da3b-eab1-480a-9c6c-9e7da60e6896" providerId="ADAL" clId="{09FE1FAD-4B26-5EB6-98EC-0B8AF668D42E}" dt="2026-03-24T19:03:44.393" v="1217"/>
          <ac:spMkLst>
            <pc:docMk/>
            <pc:sldMk cId="2529825235" sldId="271"/>
            <ac:spMk id="8" creationId="{AD6F6937-3B5A-4391-9F37-58A571B362A9}"/>
          </ac:spMkLst>
        </pc:spChg>
      </pc:sldChg>
    </pc:docChg>
  </pc:docChgLst>
  <pc:docChgLst>
    <pc:chgData name="Moore, Marin" userId="8583f3d0-ef4f-4e94-bc30-ad4d4f3f0157" providerId="ADAL" clId="{377B6C87-1F8C-4E2F-B1B3-21804DE677C2}"/>
    <pc:docChg chg="undo custSel addSld modSld sldOrd">
      <pc:chgData name="Moore, Marin" userId="8583f3d0-ef4f-4e94-bc30-ad4d4f3f0157" providerId="ADAL" clId="{377B6C87-1F8C-4E2F-B1B3-21804DE677C2}" dt="2026-03-24T19:03:22.711" v="1120" actId="26606"/>
      <pc:docMkLst>
        <pc:docMk/>
      </pc:docMkLst>
      <pc:sldChg chg="modSp mod">
        <pc:chgData name="Moore, Marin" userId="8583f3d0-ef4f-4e94-bc30-ad4d4f3f0157" providerId="ADAL" clId="{377B6C87-1F8C-4E2F-B1B3-21804DE677C2}" dt="2026-03-24T01:12:04.797" v="136" actId="1076"/>
        <pc:sldMkLst>
          <pc:docMk/>
          <pc:sldMk cId="3305860482" sldId="256"/>
        </pc:sldMkLst>
        <pc:spChg chg="mod">
          <ac:chgData name="Moore, Marin" userId="8583f3d0-ef4f-4e94-bc30-ad4d4f3f0157" providerId="ADAL" clId="{377B6C87-1F8C-4E2F-B1B3-21804DE677C2}" dt="2026-03-24T01:12:04.797" v="136" actId="1076"/>
          <ac:spMkLst>
            <pc:docMk/>
            <pc:sldMk cId="3305860482" sldId="256"/>
            <ac:spMk id="2" creationId="{329143DF-03AA-2433-FD4C-B5E38CA7E6BE}"/>
          </ac:spMkLst>
        </pc:spChg>
        <pc:spChg chg="mod">
          <ac:chgData name="Moore, Marin" userId="8583f3d0-ef4f-4e94-bc30-ad4d4f3f0157" providerId="ADAL" clId="{377B6C87-1F8C-4E2F-B1B3-21804DE677C2}" dt="2026-03-24T01:11:39.391" v="132" actId="14100"/>
          <ac:spMkLst>
            <pc:docMk/>
            <pc:sldMk cId="3305860482" sldId="256"/>
            <ac:spMk id="3" creationId="{6A2F83C1-64F4-0190-A8C0-58132499B3E3}"/>
          </ac:spMkLst>
        </pc:spChg>
      </pc:sldChg>
      <pc:sldChg chg="modSp new mod">
        <pc:chgData name="Moore, Marin" userId="8583f3d0-ef4f-4e94-bc30-ad4d4f3f0157" providerId="ADAL" clId="{377B6C87-1F8C-4E2F-B1B3-21804DE677C2}" dt="2026-03-24T02:18:31.601" v="657" actId="14100"/>
        <pc:sldMkLst>
          <pc:docMk/>
          <pc:sldMk cId="3920841140" sldId="257"/>
        </pc:sldMkLst>
        <pc:spChg chg="mod">
          <ac:chgData name="Moore, Marin" userId="8583f3d0-ef4f-4e94-bc30-ad4d4f3f0157" providerId="ADAL" clId="{377B6C87-1F8C-4E2F-B1B3-21804DE677C2}" dt="2026-03-24T01:30:45.394" v="166" actId="20577"/>
          <ac:spMkLst>
            <pc:docMk/>
            <pc:sldMk cId="3920841140" sldId="257"/>
            <ac:spMk id="2" creationId="{F9D6CEDD-0B82-DED5-F943-F509DAB86EEC}"/>
          </ac:spMkLst>
        </pc:spChg>
        <pc:spChg chg="mod">
          <ac:chgData name="Moore, Marin" userId="8583f3d0-ef4f-4e94-bc30-ad4d4f3f0157" providerId="ADAL" clId="{377B6C87-1F8C-4E2F-B1B3-21804DE677C2}" dt="2026-03-24T02:18:31.601" v="657" actId="14100"/>
          <ac:spMkLst>
            <pc:docMk/>
            <pc:sldMk cId="3920841140" sldId="257"/>
            <ac:spMk id="3" creationId="{FCD68931-8EE9-271F-CF1E-302E8FBBF83E}"/>
          </ac:spMkLst>
        </pc:spChg>
      </pc:sldChg>
      <pc:sldChg chg="addSp delSp modSp new mod">
        <pc:chgData name="Moore, Marin" userId="8583f3d0-ef4f-4e94-bc30-ad4d4f3f0157" providerId="ADAL" clId="{377B6C87-1F8C-4E2F-B1B3-21804DE677C2}" dt="2026-03-24T02:19:46.801" v="667" actId="1076"/>
        <pc:sldMkLst>
          <pc:docMk/>
          <pc:sldMk cId="3686764370" sldId="258"/>
        </pc:sldMkLst>
        <pc:spChg chg="mod">
          <ac:chgData name="Moore, Marin" userId="8583f3d0-ef4f-4e94-bc30-ad4d4f3f0157" providerId="ADAL" clId="{377B6C87-1F8C-4E2F-B1B3-21804DE677C2}" dt="2026-03-24T02:19:46.801" v="667" actId="1076"/>
          <ac:spMkLst>
            <pc:docMk/>
            <pc:sldMk cId="3686764370" sldId="258"/>
            <ac:spMk id="2" creationId="{F023E8B6-3E73-955F-F1DC-FAC73858A973}"/>
          </ac:spMkLst>
        </pc:spChg>
        <pc:spChg chg="del">
          <ac:chgData name="Moore, Marin" userId="8583f3d0-ef4f-4e94-bc30-ad4d4f3f0157" providerId="ADAL" clId="{377B6C87-1F8C-4E2F-B1B3-21804DE677C2}" dt="2026-03-24T02:18:38.699" v="658" actId="478"/>
          <ac:spMkLst>
            <pc:docMk/>
            <pc:sldMk cId="3686764370" sldId="258"/>
            <ac:spMk id="3" creationId="{61716474-E093-2681-975A-8B35D0E24404}"/>
          </ac:spMkLst>
        </pc:spChg>
        <pc:picChg chg="add mod">
          <ac:chgData name="Moore, Marin" userId="8583f3d0-ef4f-4e94-bc30-ad4d4f3f0157" providerId="ADAL" clId="{377B6C87-1F8C-4E2F-B1B3-21804DE677C2}" dt="2026-03-24T02:19:35.113" v="663" actId="1076"/>
          <ac:picMkLst>
            <pc:docMk/>
            <pc:sldMk cId="3686764370" sldId="258"/>
            <ac:picMk id="5" creationId="{4BFBD638-4EC4-7235-CF31-4B8F66276E6B}"/>
          </ac:picMkLst>
        </pc:picChg>
      </pc:sldChg>
      <pc:sldChg chg="addSp delSp modSp add mod">
        <pc:chgData name="Moore, Marin" userId="8583f3d0-ef4f-4e94-bc30-ad4d4f3f0157" providerId="ADAL" clId="{377B6C87-1F8C-4E2F-B1B3-21804DE677C2}" dt="2026-03-24T02:22:23.750" v="682" actId="1076"/>
        <pc:sldMkLst>
          <pc:docMk/>
          <pc:sldMk cId="864325965" sldId="259"/>
        </pc:sldMkLst>
        <pc:picChg chg="add mod">
          <ac:chgData name="Moore, Marin" userId="8583f3d0-ef4f-4e94-bc30-ad4d4f3f0157" providerId="ADAL" clId="{377B6C87-1F8C-4E2F-B1B3-21804DE677C2}" dt="2026-03-24T02:22:23.750" v="682" actId="1076"/>
          <ac:picMkLst>
            <pc:docMk/>
            <pc:sldMk cId="864325965" sldId="259"/>
            <ac:picMk id="4" creationId="{F2C5CDB6-3FC9-5314-ED62-4CE1438A22AB}"/>
          </ac:picMkLst>
        </pc:picChg>
        <pc:picChg chg="del">
          <ac:chgData name="Moore, Marin" userId="8583f3d0-ef4f-4e94-bc30-ad4d4f3f0157" providerId="ADAL" clId="{377B6C87-1F8C-4E2F-B1B3-21804DE677C2}" dt="2026-03-24T02:20:50.465" v="669" actId="478"/>
          <ac:picMkLst>
            <pc:docMk/>
            <pc:sldMk cId="864325965" sldId="259"/>
            <ac:picMk id="5" creationId="{6005ED8E-A8AD-D585-7A31-02F95CCA0A12}"/>
          </ac:picMkLst>
        </pc:picChg>
        <pc:picChg chg="add mod">
          <ac:chgData name="Moore, Marin" userId="8583f3d0-ef4f-4e94-bc30-ad4d4f3f0157" providerId="ADAL" clId="{377B6C87-1F8C-4E2F-B1B3-21804DE677C2}" dt="2026-03-24T02:22:23.750" v="682" actId="1076"/>
          <ac:picMkLst>
            <pc:docMk/>
            <pc:sldMk cId="864325965" sldId="259"/>
            <ac:picMk id="7" creationId="{C3955718-02A8-4D6A-CC1D-340F139DBA64}"/>
          </ac:picMkLst>
        </pc:picChg>
      </pc:sldChg>
      <pc:sldChg chg="addSp delSp modSp add mod ord">
        <pc:chgData name="Moore, Marin" userId="8583f3d0-ef4f-4e94-bc30-ad4d4f3f0157" providerId="ADAL" clId="{377B6C87-1F8C-4E2F-B1B3-21804DE677C2}" dt="2026-03-24T02:27:46.797" v="737" actId="208"/>
        <pc:sldMkLst>
          <pc:docMk/>
          <pc:sldMk cId="744664952" sldId="260"/>
        </pc:sldMkLst>
        <pc:spChg chg="add mod">
          <ac:chgData name="Moore, Marin" userId="8583f3d0-ef4f-4e94-bc30-ad4d4f3f0157" providerId="ADAL" clId="{377B6C87-1F8C-4E2F-B1B3-21804DE677C2}" dt="2026-03-24T02:25:38.576" v="710" actId="164"/>
          <ac:spMkLst>
            <pc:docMk/>
            <pc:sldMk cId="744664952" sldId="260"/>
            <ac:spMk id="6" creationId="{477DC992-9B0C-6860-2908-9DC66020EC17}"/>
          </ac:spMkLst>
        </pc:spChg>
        <pc:grpChg chg="add mod">
          <ac:chgData name="Moore, Marin" userId="8583f3d0-ef4f-4e94-bc30-ad4d4f3f0157" providerId="ADAL" clId="{377B6C87-1F8C-4E2F-B1B3-21804DE677C2}" dt="2026-03-24T02:25:38.576" v="710" actId="164"/>
          <ac:grpSpMkLst>
            <pc:docMk/>
            <pc:sldMk cId="744664952" sldId="260"/>
            <ac:grpSpMk id="7" creationId="{CC13D90B-1307-88EF-CEF9-CE4927EEE5C6}"/>
          </ac:grpSpMkLst>
        </pc:grpChg>
        <pc:picChg chg="add mod">
          <ac:chgData name="Moore, Marin" userId="8583f3d0-ef4f-4e94-bc30-ad4d4f3f0157" providerId="ADAL" clId="{377B6C87-1F8C-4E2F-B1B3-21804DE677C2}" dt="2026-03-24T02:25:38.576" v="710" actId="164"/>
          <ac:picMkLst>
            <pc:docMk/>
            <pc:sldMk cId="744664952" sldId="260"/>
            <ac:picMk id="4" creationId="{0FD1ADA5-D3B5-D73D-C2EF-E15D2AB1AF68}"/>
          </ac:picMkLst>
        </pc:picChg>
        <pc:picChg chg="del">
          <ac:chgData name="Moore, Marin" userId="8583f3d0-ef4f-4e94-bc30-ad4d4f3f0157" providerId="ADAL" clId="{377B6C87-1F8C-4E2F-B1B3-21804DE677C2}" dt="2026-03-24T02:22:49.829" v="686" actId="478"/>
          <ac:picMkLst>
            <pc:docMk/>
            <pc:sldMk cId="744664952" sldId="260"/>
            <ac:picMk id="5" creationId="{67100B8E-8DC6-6AC8-8A88-180A054ABAA7}"/>
          </ac:picMkLst>
        </pc:picChg>
        <pc:picChg chg="add mod">
          <ac:chgData name="Moore, Marin" userId="8583f3d0-ef4f-4e94-bc30-ad4d4f3f0157" providerId="ADAL" clId="{377B6C87-1F8C-4E2F-B1B3-21804DE677C2}" dt="2026-03-24T02:26:25.715" v="714" actId="1076"/>
          <ac:picMkLst>
            <pc:docMk/>
            <pc:sldMk cId="744664952" sldId="260"/>
            <ac:picMk id="9" creationId="{2C225AD0-D44A-2B1D-7F39-691000EA3164}"/>
          </ac:picMkLst>
        </pc:picChg>
        <pc:picChg chg="add mod">
          <ac:chgData name="Moore, Marin" userId="8583f3d0-ef4f-4e94-bc30-ad4d4f3f0157" providerId="ADAL" clId="{377B6C87-1F8C-4E2F-B1B3-21804DE677C2}" dt="2026-03-24T02:27:27.378" v="735" actId="14100"/>
          <ac:picMkLst>
            <pc:docMk/>
            <pc:sldMk cId="744664952" sldId="260"/>
            <ac:picMk id="11" creationId="{5139A908-4CF7-5357-2835-09D696F2EFD8}"/>
          </ac:picMkLst>
        </pc:picChg>
        <pc:cxnChg chg="add mod">
          <ac:chgData name="Moore, Marin" userId="8583f3d0-ef4f-4e94-bc30-ad4d4f3f0157" providerId="ADAL" clId="{377B6C87-1F8C-4E2F-B1B3-21804DE677C2}" dt="2026-03-24T02:27:46.797" v="737" actId="208"/>
          <ac:cxnSpMkLst>
            <pc:docMk/>
            <pc:sldMk cId="744664952" sldId="260"/>
            <ac:cxnSpMk id="13" creationId="{8EF8A72F-8C1B-902A-EB07-74F3BCD24332}"/>
          </ac:cxnSpMkLst>
        </pc:cxnChg>
      </pc:sldChg>
      <pc:sldChg chg="addSp delSp modSp add mod">
        <pc:chgData name="Moore, Marin" userId="8583f3d0-ef4f-4e94-bc30-ad4d4f3f0157" providerId="ADAL" clId="{377B6C87-1F8C-4E2F-B1B3-21804DE677C2}" dt="2026-03-24T02:33:58.706" v="792" actId="1076"/>
        <pc:sldMkLst>
          <pc:docMk/>
          <pc:sldMk cId="3522182972" sldId="261"/>
        </pc:sldMkLst>
        <pc:grpChg chg="del">
          <ac:chgData name="Moore, Marin" userId="8583f3d0-ef4f-4e94-bc30-ad4d4f3f0157" providerId="ADAL" clId="{377B6C87-1F8C-4E2F-B1B3-21804DE677C2}" dt="2026-03-24T02:28:35.956" v="739" actId="478"/>
          <ac:grpSpMkLst>
            <pc:docMk/>
            <pc:sldMk cId="3522182972" sldId="261"/>
            <ac:grpSpMk id="7" creationId="{A5966D31-FF3C-30A5-4108-B87A2630B95F}"/>
          </ac:grpSpMkLst>
        </pc:grpChg>
        <pc:picChg chg="add mod">
          <ac:chgData name="Moore, Marin" userId="8583f3d0-ef4f-4e94-bc30-ad4d4f3f0157" providerId="ADAL" clId="{377B6C87-1F8C-4E2F-B1B3-21804DE677C2}" dt="2026-03-24T02:33:58.706" v="792" actId="1076"/>
          <ac:picMkLst>
            <pc:docMk/>
            <pc:sldMk cId="3522182972" sldId="261"/>
            <ac:picMk id="5" creationId="{6FF8EDE0-A591-3C9D-0757-35B8CC111024}"/>
          </ac:picMkLst>
        </pc:picChg>
        <pc:picChg chg="del">
          <ac:chgData name="Moore, Marin" userId="8583f3d0-ef4f-4e94-bc30-ad4d4f3f0157" providerId="ADAL" clId="{377B6C87-1F8C-4E2F-B1B3-21804DE677C2}" dt="2026-03-24T02:29:53.642" v="743" actId="478"/>
          <ac:picMkLst>
            <pc:docMk/>
            <pc:sldMk cId="3522182972" sldId="261"/>
            <ac:picMk id="9" creationId="{1D9E3197-03DA-EBF1-3153-9A4824EC49EA}"/>
          </ac:picMkLst>
        </pc:picChg>
        <pc:picChg chg="add mod">
          <ac:chgData name="Moore, Marin" userId="8583f3d0-ef4f-4e94-bc30-ad4d4f3f0157" providerId="ADAL" clId="{377B6C87-1F8C-4E2F-B1B3-21804DE677C2}" dt="2026-03-24T02:30:09.318" v="751" actId="1036"/>
          <ac:picMkLst>
            <pc:docMk/>
            <pc:sldMk cId="3522182972" sldId="261"/>
            <ac:picMk id="10" creationId="{1984383D-EC36-67C7-8E76-23E948F9F1B1}"/>
          </ac:picMkLst>
        </pc:picChg>
        <pc:picChg chg="del">
          <ac:chgData name="Moore, Marin" userId="8583f3d0-ef4f-4e94-bc30-ad4d4f3f0157" providerId="ADAL" clId="{377B6C87-1F8C-4E2F-B1B3-21804DE677C2}" dt="2026-03-24T02:30:11.145" v="752" actId="478"/>
          <ac:picMkLst>
            <pc:docMk/>
            <pc:sldMk cId="3522182972" sldId="261"/>
            <ac:picMk id="11" creationId="{218D32B5-919A-A600-4455-2AB11B3E512E}"/>
          </ac:picMkLst>
        </pc:picChg>
        <pc:picChg chg="add mod">
          <ac:chgData name="Moore, Marin" userId="8583f3d0-ef4f-4e94-bc30-ad4d4f3f0157" providerId="ADAL" clId="{377B6C87-1F8C-4E2F-B1B3-21804DE677C2}" dt="2026-03-24T02:30:48.753" v="756" actId="14100"/>
          <ac:picMkLst>
            <pc:docMk/>
            <pc:sldMk cId="3522182972" sldId="261"/>
            <ac:picMk id="14" creationId="{CBD6450F-C479-4B3D-FAF2-4F4C37990214}"/>
          </ac:picMkLst>
        </pc:picChg>
      </pc:sldChg>
      <pc:sldChg chg="addSp delSp modSp add mod ord">
        <pc:chgData name="Moore, Marin" userId="8583f3d0-ef4f-4e94-bc30-ad4d4f3f0157" providerId="ADAL" clId="{377B6C87-1F8C-4E2F-B1B3-21804DE677C2}" dt="2026-03-24T02:33:53.013" v="791" actId="1076"/>
        <pc:sldMkLst>
          <pc:docMk/>
          <pc:sldMk cId="3702384411" sldId="262"/>
        </pc:sldMkLst>
        <pc:spChg chg="add mod">
          <ac:chgData name="Moore, Marin" userId="8583f3d0-ef4f-4e94-bc30-ad4d4f3f0157" providerId="ADAL" clId="{377B6C87-1F8C-4E2F-B1B3-21804DE677C2}" dt="2026-03-24T02:33:49.296" v="790" actId="164"/>
          <ac:spMkLst>
            <pc:docMk/>
            <pc:sldMk cId="3702384411" sldId="262"/>
            <ac:spMk id="15" creationId="{75BD4E1A-2A64-96B9-C00E-C99FA1EADC73}"/>
          </ac:spMkLst>
        </pc:spChg>
        <pc:grpChg chg="del">
          <ac:chgData name="Moore, Marin" userId="8583f3d0-ef4f-4e94-bc30-ad4d4f3f0157" providerId="ADAL" clId="{377B6C87-1F8C-4E2F-B1B3-21804DE677C2}" dt="2026-03-24T02:31:18.521" v="760" actId="478"/>
          <ac:grpSpMkLst>
            <pc:docMk/>
            <pc:sldMk cId="3702384411" sldId="262"/>
            <ac:grpSpMk id="7" creationId="{6228B93E-6AB4-431A-211B-0F7909A0E171}"/>
          </ac:grpSpMkLst>
        </pc:grpChg>
        <pc:grpChg chg="add mod">
          <ac:chgData name="Moore, Marin" userId="8583f3d0-ef4f-4e94-bc30-ad4d4f3f0157" providerId="ADAL" clId="{377B6C87-1F8C-4E2F-B1B3-21804DE677C2}" dt="2026-03-24T02:33:53.013" v="791" actId="1076"/>
          <ac:grpSpMkLst>
            <pc:docMk/>
            <pc:sldMk cId="3702384411" sldId="262"/>
            <ac:grpSpMk id="16" creationId="{AA21F469-8DB1-58C5-AB61-79675FDCE8D8}"/>
          </ac:grpSpMkLst>
        </pc:grpChg>
        <pc:picChg chg="add mod">
          <ac:chgData name="Moore, Marin" userId="8583f3d0-ef4f-4e94-bc30-ad4d4f3f0157" providerId="ADAL" clId="{377B6C87-1F8C-4E2F-B1B3-21804DE677C2}" dt="2026-03-24T02:33:49.296" v="790" actId="164"/>
          <ac:picMkLst>
            <pc:docMk/>
            <pc:sldMk cId="3702384411" sldId="262"/>
            <ac:picMk id="5" creationId="{3A54AB59-8151-F5AD-9923-89C1C4862035}"/>
          </ac:picMkLst>
        </pc:picChg>
        <pc:picChg chg="del">
          <ac:chgData name="Moore, Marin" userId="8583f3d0-ef4f-4e94-bc30-ad4d4f3f0157" providerId="ADAL" clId="{377B6C87-1F8C-4E2F-B1B3-21804DE677C2}" dt="2026-03-24T02:31:40.176" v="763" actId="478"/>
          <ac:picMkLst>
            <pc:docMk/>
            <pc:sldMk cId="3702384411" sldId="262"/>
            <ac:picMk id="9" creationId="{600B92CD-D12A-12FA-2EF7-F36C93EBA62A}"/>
          </ac:picMkLst>
        </pc:picChg>
        <pc:picChg chg="add mod">
          <ac:chgData name="Moore, Marin" userId="8583f3d0-ef4f-4e94-bc30-ad4d4f3f0157" providerId="ADAL" clId="{377B6C87-1F8C-4E2F-B1B3-21804DE677C2}" dt="2026-03-24T02:32:19.082" v="771" actId="14100"/>
          <ac:picMkLst>
            <pc:docMk/>
            <pc:sldMk cId="3702384411" sldId="262"/>
            <ac:picMk id="10" creationId="{C973A595-40CB-C561-51A6-2F147E216293}"/>
          </ac:picMkLst>
        </pc:picChg>
        <pc:picChg chg="del">
          <ac:chgData name="Moore, Marin" userId="8583f3d0-ef4f-4e94-bc30-ad4d4f3f0157" providerId="ADAL" clId="{377B6C87-1F8C-4E2F-B1B3-21804DE677C2}" dt="2026-03-24T02:32:22.518" v="772" actId="478"/>
          <ac:picMkLst>
            <pc:docMk/>
            <pc:sldMk cId="3702384411" sldId="262"/>
            <ac:picMk id="11" creationId="{7B4CD148-E5AC-40E8-0D94-49C51EF7243C}"/>
          </ac:picMkLst>
        </pc:picChg>
        <pc:picChg chg="add mod ord modCrop">
          <ac:chgData name="Moore, Marin" userId="8583f3d0-ef4f-4e94-bc30-ad4d4f3f0157" providerId="ADAL" clId="{377B6C87-1F8C-4E2F-B1B3-21804DE677C2}" dt="2026-03-24T02:33:09.197" v="787" actId="1035"/>
          <ac:picMkLst>
            <pc:docMk/>
            <pc:sldMk cId="3702384411" sldId="262"/>
            <ac:picMk id="14" creationId="{315A02B7-CC36-759D-718F-28E21A99CE6B}"/>
          </ac:picMkLst>
        </pc:picChg>
      </pc:sldChg>
      <pc:sldChg chg="addSp modSp new mod setBg">
        <pc:chgData name="Moore, Marin" userId="8583f3d0-ef4f-4e94-bc30-ad4d4f3f0157" providerId="ADAL" clId="{377B6C87-1F8C-4E2F-B1B3-21804DE677C2}" dt="2026-03-24T19:03:22.711" v="1120" actId="26606"/>
        <pc:sldMkLst>
          <pc:docMk/>
          <pc:sldMk cId="575420496" sldId="263"/>
        </pc:sldMkLst>
        <pc:spChg chg="mod">
          <ac:chgData name="Moore, Marin" userId="8583f3d0-ef4f-4e94-bc30-ad4d4f3f0157" providerId="ADAL" clId="{377B6C87-1F8C-4E2F-B1B3-21804DE677C2}" dt="2026-03-24T19:03:22.711" v="1120" actId="26606"/>
          <ac:spMkLst>
            <pc:docMk/>
            <pc:sldMk cId="575420496" sldId="263"/>
            <ac:spMk id="2" creationId="{52A4AF9D-6E27-55A3-1C56-679EE3F128D7}"/>
          </ac:spMkLst>
        </pc:spChg>
        <pc:spChg chg="mod">
          <ac:chgData name="Moore, Marin" userId="8583f3d0-ef4f-4e94-bc30-ad4d4f3f0157" providerId="ADAL" clId="{377B6C87-1F8C-4E2F-B1B3-21804DE677C2}" dt="2026-03-24T19:03:22.711" v="1120" actId="26606"/>
          <ac:spMkLst>
            <pc:docMk/>
            <pc:sldMk cId="575420496" sldId="263"/>
            <ac:spMk id="3" creationId="{325E54F9-916D-F90C-090D-5CB5C197391F}"/>
          </ac:spMkLst>
        </pc:spChg>
        <pc:spChg chg="add">
          <ac:chgData name="Moore, Marin" userId="8583f3d0-ef4f-4e94-bc30-ad4d4f3f0157" providerId="ADAL" clId="{377B6C87-1F8C-4E2F-B1B3-21804DE677C2}" dt="2026-03-24T19:03:22.711" v="1120" actId="26606"/>
          <ac:spMkLst>
            <pc:docMk/>
            <pc:sldMk cId="575420496" sldId="263"/>
            <ac:spMk id="5" creationId="{AD6F6937-3B5A-4391-9F37-58A571B362A9}"/>
          </ac:spMkLst>
        </pc:spChg>
      </pc:sldChg>
      <pc:sldChg chg="addSp delSp modSp add mod ord">
        <pc:chgData name="Moore, Marin" userId="8583f3d0-ef4f-4e94-bc30-ad4d4f3f0157" providerId="ADAL" clId="{377B6C87-1F8C-4E2F-B1B3-21804DE677C2}" dt="2026-03-24T03:39:08.567" v="1068" actId="1076"/>
        <pc:sldMkLst>
          <pc:docMk/>
          <pc:sldMk cId="1265874278" sldId="264"/>
        </pc:sldMkLst>
        <pc:picChg chg="add mod">
          <ac:chgData name="Moore, Marin" userId="8583f3d0-ef4f-4e94-bc30-ad4d4f3f0157" providerId="ADAL" clId="{377B6C87-1F8C-4E2F-B1B3-21804DE677C2}" dt="2026-03-24T03:39:08.567" v="1068" actId="1076"/>
          <ac:picMkLst>
            <pc:docMk/>
            <pc:sldMk cId="1265874278" sldId="264"/>
            <ac:picMk id="4" creationId="{E3FDA231-882C-76E8-A735-33D049BA9B72}"/>
          </ac:picMkLst>
        </pc:picChg>
        <pc:picChg chg="del">
          <ac:chgData name="Moore, Marin" userId="8583f3d0-ef4f-4e94-bc30-ad4d4f3f0157" providerId="ADAL" clId="{377B6C87-1F8C-4E2F-B1B3-21804DE677C2}" dt="2026-03-24T03:39:05.095" v="1066" actId="478"/>
          <ac:picMkLst>
            <pc:docMk/>
            <pc:sldMk cId="1265874278" sldId="264"/>
            <ac:picMk id="5" creationId="{C2E842FE-8574-C722-B45D-4BDE1DF7B059}"/>
          </ac:picMkLst>
        </pc:picChg>
      </pc:sldChg>
      <pc:sldChg chg="addSp modSp mod setBg">
        <pc:chgData name="Moore, Marin" userId="8583f3d0-ef4f-4e94-bc30-ad4d4f3f0157" providerId="ADAL" clId="{377B6C87-1F8C-4E2F-B1B3-21804DE677C2}" dt="2026-03-24T19:00:31.347" v="1070" actId="26606"/>
        <pc:sldMkLst>
          <pc:docMk/>
          <pc:sldMk cId="4058052029" sldId="265"/>
        </pc:sldMkLst>
        <pc:spChg chg="mod">
          <ac:chgData name="Moore, Marin" userId="8583f3d0-ef4f-4e94-bc30-ad4d4f3f0157" providerId="ADAL" clId="{377B6C87-1F8C-4E2F-B1B3-21804DE677C2}" dt="2026-03-24T19:00:31.347" v="1070" actId="26606"/>
          <ac:spMkLst>
            <pc:docMk/>
            <pc:sldMk cId="4058052029" sldId="265"/>
            <ac:spMk id="2" creationId="{9B64FF1F-09A6-752E-88AB-8CA7AAFABD7F}"/>
          </ac:spMkLst>
        </pc:spChg>
        <pc:spChg chg="mod">
          <ac:chgData name="Moore, Marin" userId="8583f3d0-ef4f-4e94-bc30-ad4d4f3f0157" providerId="ADAL" clId="{377B6C87-1F8C-4E2F-B1B3-21804DE677C2}" dt="2026-03-24T19:00:31.347" v="1070" actId="26606"/>
          <ac:spMkLst>
            <pc:docMk/>
            <pc:sldMk cId="4058052029" sldId="265"/>
            <ac:spMk id="3" creationId="{FAD9322E-86BB-1C8E-C455-9CE89000012E}"/>
          </ac:spMkLst>
        </pc:spChg>
        <pc:spChg chg="add">
          <ac:chgData name="Moore, Marin" userId="8583f3d0-ef4f-4e94-bc30-ad4d4f3f0157" providerId="ADAL" clId="{377B6C87-1F8C-4E2F-B1B3-21804DE677C2}" dt="2026-03-24T19:00:31.347" v="1070" actId="26606"/>
          <ac:spMkLst>
            <pc:docMk/>
            <pc:sldMk cId="4058052029" sldId="265"/>
            <ac:spMk id="8" creationId="{AD6F6937-3B5A-4391-9F37-58A571B362A9}"/>
          </ac:spMkLst>
        </pc:spChg>
      </pc:sldChg>
      <pc:sldChg chg="modSp mod">
        <pc:chgData name="Moore, Marin" userId="8583f3d0-ef4f-4e94-bc30-ad4d4f3f0157" providerId="ADAL" clId="{377B6C87-1F8C-4E2F-B1B3-21804DE677C2}" dt="2026-03-24T19:01:22.704" v="1082" actId="1076"/>
        <pc:sldMkLst>
          <pc:docMk/>
          <pc:sldMk cId="3939237685" sldId="266"/>
        </pc:sldMkLst>
        <pc:spChg chg="mod">
          <ac:chgData name="Moore, Marin" userId="8583f3d0-ef4f-4e94-bc30-ad4d4f3f0157" providerId="ADAL" clId="{377B6C87-1F8C-4E2F-B1B3-21804DE677C2}" dt="2026-03-24T19:01:14.874" v="1079" actId="1076"/>
          <ac:spMkLst>
            <pc:docMk/>
            <pc:sldMk cId="3939237685" sldId="266"/>
            <ac:spMk id="2" creationId="{48400C72-0A1F-1A06-2F78-CB844C5765B0}"/>
          </ac:spMkLst>
        </pc:spChg>
        <pc:picChg chg="mod">
          <ac:chgData name="Moore, Marin" userId="8583f3d0-ef4f-4e94-bc30-ad4d4f3f0157" providerId="ADAL" clId="{377B6C87-1F8C-4E2F-B1B3-21804DE677C2}" dt="2026-03-24T19:01:22.704" v="1082" actId="1076"/>
          <ac:picMkLst>
            <pc:docMk/>
            <pc:sldMk cId="3939237685" sldId="266"/>
            <ac:picMk id="4" creationId="{4FC72C7E-35C0-A01E-A4B0-5103EB1D4823}"/>
          </ac:picMkLst>
        </pc:picChg>
      </pc:sldChg>
      <pc:sldChg chg="addSp delSp modSp mod">
        <pc:chgData name="Moore, Marin" userId="8583f3d0-ef4f-4e94-bc30-ad4d4f3f0157" providerId="ADAL" clId="{377B6C87-1F8C-4E2F-B1B3-21804DE677C2}" dt="2026-03-24T19:01:33.839" v="1085"/>
        <pc:sldMkLst>
          <pc:docMk/>
          <pc:sldMk cId="3848364632" sldId="267"/>
        </pc:sldMkLst>
        <pc:spChg chg="del mod">
          <ac:chgData name="Moore, Marin" userId="8583f3d0-ef4f-4e94-bc30-ad4d4f3f0157" providerId="ADAL" clId="{377B6C87-1F8C-4E2F-B1B3-21804DE677C2}" dt="2026-03-24T19:01:30.537" v="1083" actId="478"/>
          <ac:spMkLst>
            <pc:docMk/>
            <pc:sldMk cId="3848364632" sldId="267"/>
            <ac:spMk id="2" creationId="{70F514BD-51F4-858D-300A-88821C0DD2F4}"/>
          </ac:spMkLst>
        </pc:spChg>
        <pc:spChg chg="add del mod">
          <ac:chgData name="Moore, Marin" userId="8583f3d0-ef4f-4e94-bc30-ad4d4f3f0157" providerId="ADAL" clId="{377B6C87-1F8C-4E2F-B1B3-21804DE677C2}" dt="2026-03-24T19:01:33.281" v="1084" actId="478"/>
          <ac:spMkLst>
            <pc:docMk/>
            <pc:sldMk cId="3848364632" sldId="267"/>
            <ac:spMk id="6" creationId="{4C1F8579-824E-A7AA-42BA-9F5B28D87D3B}"/>
          </ac:spMkLst>
        </pc:spChg>
        <pc:spChg chg="add mod">
          <ac:chgData name="Moore, Marin" userId="8583f3d0-ef4f-4e94-bc30-ad4d4f3f0157" providerId="ADAL" clId="{377B6C87-1F8C-4E2F-B1B3-21804DE677C2}" dt="2026-03-24T19:01:33.839" v="1085"/>
          <ac:spMkLst>
            <pc:docMk/>
            <pc:sldMk cId="3848364632" sldId="267"/>
            <ac:spMk id="7" creationId="{83E742AA-F516-192E-59B3-6375733013F4}"/>
          </ac:spMkLst>
        </pc:spChg>
      </pc:sldChg>
      <pc:sldChg chg="addSp delSp modSp mod setBg">
        <pc:chgData name="Moore, Marin" userId="8583f3d0-ef4f-4e94-bc30-ad4d4f3f0157" providerId="ADAL" clId="{377B6C87-1F8C-4E2F-B1B3-21804DE677C2}" dt="2026-03-24T19:02:20.872" v="1092"/>
        <pc:sldMkLst>
          <pc:docMk/>
          <pc:sldMk cId="2153152075" sldId="268"/>
        </pc:sldMkLst>
        <pc:spChg chg="del mod">
          <ac:chgData name="Moore, Marin" userId="8583f3d0-ef4f-4e94-bc30-ad4d4f3f0157" providerId="ADAL" clId="{377B6C87-1F8C-4E2F-B1B3-21804DE677C2}" dt="2026-03-24T19:01:46.531" v="1086" actId="478"/>
          <ac:spMkLst>
            <pc:docMk/>
            <pc:sldMk cId="2153152075" sldId="268"/>
            <ac:spMk id="2" creationId="{280EC449-8382-3573-9227-03D38CE3A016}"/>
          </ac:spMkLst>
        </pc:spChg>
        <pc:spChg chg="add del mod">
          <ac:chgData name="Moore, Marin" userId="8583f3d0-ef4f-4e94-bc30-ad4d4f3f0157" providerId="ADAL" clId="{377B6C87-1F8C-4E2F-B1B3-21804DE677C2}" dt="2026-03-24T19:01:47.708" v="1087" actId="478"/>
          <ac:spMkLst>
            <pc:docMk/>
            <pc:sldMk cId="2153152075" sldId="268"/>
            <ac:spMk id="5" creationId="{4E785FB7-6359-8C0B-7AF8-7A6CC0CBA5B4}"/>
          </ac:spMkLst>
        </pc:spChg>
        <pc:spChg chg="add del">
          <ac:chgData name="Moore, Marin" userId="8583f3d0-ef4f-4e94-bc30-ad4d4f3f0157" providerId="ADAL" clId="{377B6C87-1F8C-4E2F-B1B3-21804DE677C2}" dt="2026-03-24T19:02:10.487" v="1091" actId="26606"/>
          <ac:spMkLst>
            <pc:docMk/>
            <pc:sldMk cId="2153152075" sldId="268"/>
            <ac:spMk id="8" creationId="{C7699994-F930-4BD1-804C-3E97736C3455}"/>
          </ac:spMkLst>
        </pc:spChg>
        <pc:spChg chg="add del">
          <ac:chgData name="Moore, Marin" userId="8583f3d0-ef4f-4e94-bc30-ad4d4f3f0157" providerId="ADAL" clId="{377B6C87-1F8C-4E2F-B1B3-21804DE677C2}" dt="2026-03-24T19:02:10.487" v="1091" actId="26606"/>
          <ac:spMkLst>
            <pc:docMk/>
            <pc:sldMk cId="2153152075" sldId="268"/>
            <ac:spMk id="10" creationId="{F05E3040-CB0E-4155-9346-CDC0387592EA}"/>
          </ac:spMkLst>
        </pc:spChg>
        <pc:picChg chg="mod">
          <ac:chgData name="Moore, Marin" userId="8583f3d0-ef4f-4e94-bc30-ad4d4f3f0157" providerId="ADAL" clId="{377B6C87-1F8C-4E2F-B1B3-21804DE677C2}" dt="2026-03-24T19:02:10.487" v="1091" actId="26606"/>
          <ac:picMkLst>
            <pc:docMk/>
            <pc:sldMk cId="2153152075" sldId="268"/>
            <ac:picMk id="3" creationId="{C03F3715-B303-3AA3-8C70-548E35D971EB}"/>
          </ac:picMkLst>
        </pc:picChg>
      </pc:sldChg>
      <pc:sldChg chg="addSp delSp modSp mod">
        <pc:chgData name="Moore, Marin" userId="8583f3d0-ef4f-4e94-bc30-ad4d4f3f0157" providerId="ADAL" clId="{377B6C87-1F8C-4E2F-B1B3-21804DE677C2}" dt="2026-03-24T19:02:56.133" v="1118" actId="27636"/>
        <pc:sldMkLst>
          <pc:docMk/>
          <pc:sldMk cId="636343397" sldId="269"/>
        </pc:sldMkLst>
        <pc:spChg chg="del mod">
          <ac:chgData name="Moore, Marin" userId="8583f3d0-ef4f-4e94-bc30-ad4d4f3f0157" providerId="ADAL" clId="{377B6C87-1F8C-4E2F-B1B3-21804DE677C2}" dt="2026-03-24T19:02:40.984" v="1093" actId="478"/>
          <ac:spMkLst>
            <pc:docMk/>
            <pc:sldMk cId="636343397" sldId="269"/>
            <ac:spMk id="2" creationId="{75D32A04-0AC7-004C-8822-34ACB97D0779}"/>
          </ac:spMkLst>
        </pc:spChg>
        <pc:spChg chg="add del mod">
          <ac:chgData name="Moore, Marin" userId="8583f3d0-ef4f-4e94-bc30-ad4d4f3f0157" providerId="ADAL" clId="{377B6C87-1F8C-4E2F-B1B3-21804DE677C2}" dt="2026-03-24T19:02:42.928" v="1094" actId="478"/>
          <ac:spMkLst>
            <pc:docMk/>
            <pc:sldMk cId="636343397" sldId="269"/>
            <ac:spMk id="5" creationId="{5C196771-2264-1ACE-D310-E2C4372DF1AD}"/>
          </ac:spMkLst>
        </pc:spChg>
        <pc:spChg chg="add mod">
          <ac:chgData name="Moore, Marin" userId="8583f3d0-ef4f-4e94-bc30-ad4d4f3f0157" providerId="ADAL" clId="{377B6C87-1F8C-4E2F-B1B3-21804DE677C2}" dt="2026-03-24T19:02:56.133" v="1118" actId="27636"/>
          <ac:spMkLst>
            <pc:docMk/>
            <pc:sldMk cId="636343397" sldId="269"/>
            <ac:spMk id="6" creationId="{DBC11162-BCBC-C47B-09E8-39F82808287D}"/>
          </ac:spMkLst>
        </pc:spChg>
      </pc:sldChg>
      <pc:sldChg chg="modSp">
        <pc:chgData name="Moore, Marin" userId="8583f3d0-ef4f-4e94-bc30-ad4d4f3f0157" providerId="ADAL" clId="{377B6C87-1F8C-4E2F-B1B3-21804DE677C2}" dt="2026-03-24T19:00:17.434" v="1069"/>
        <pc:sldMkLst>
          <pc:docMk/>
          <pc:sldMk cId="1206905897" sldId="270"/>
        </pc:sldMkLst>
        <pc:spChg chg="mod">
          <ac:chgData name="Moore, Marin" userId="8583f3d0-ef4f-4e94-bc30-ad4d4f3f0157" providerId="ADAL" clId="{377B6C87-1F8C-4E2F-B1B3-21804DE677C2}" dt="2026-03-24T19:00:17.434" v="1069"/>
          <ac:spMkLst>
            <pc:docMk/>
            <pc:sldMk cId="1206905897" sldId="270"/>
            <ac:spMk id="2" creationId="{30CF60B6-7A86-D9F0-61C9-7E3CFC0A209A}"/>
          </ac:spMkLst>
        </pc:spChg>
        <pc:spChg chg="mod">
          <ac:chgData name="Moore, Marin" userId="8583f3d0-ef4f-4e94-bc30-ad4d4f3f0157" providerId="ADAL" clId="{377B6C87-1F8C-4E2F-B1B3-21804DE677C2}" dt="2026-03-24T19:00:17.434" v="1069"/>
          <ac:spMkLst>
            <pc:docMk/>
            <pc:sldMk cId="1206905897" sldId="270"/>
            <ac:spMk id="6" creationId="{565D7F75-BA74-4F76-530A-24ECD3EFCEE9}"/>
          </ac:spMkLst>
        </pc:spChg>
      </pc:sldChg>
      <pc:sldChg chg="addSp modSp mod setBg">
        <pc:chgData name="Moore, Marin" userId="8583f3d0-ef4f-4e94-bc30-ad4d4f3f0157" providerId="ADAL" clId="{377B6C87-1F8C-4E2F-B1B3-21804DE677C2}" dt="2026-03-24T19:03:09.783" v="1119" actId="26606"/>
        <pc:sldMkLst>
          <pc:docMk/>
          <pc:sldMk cId="2529825235" sldId="271"/>
        </pc:sldMkLst>
        <pc:spChg chg="mod">
          <ac:chgData name="Moore, Marin" userId="8583f3d0-ef4f-4e94-bc30-ad4d4f3f0157" providerId="ADAL" clId="{377B6C87-1F8C-4E2F-B1B3-21804DE677C2}" dt="2026-03-24T19:03:09.783" v="1119" actId="26606"/>
          <ac:spMkLst>
            <pc:docMk/>
            <pc:sldMk cId="2529825235" sldId="271"/>
            <ac:spMk id="2" creationId="{8A8DCC41-DE5E-9959-4A90-300AA080F7D4}"/>
          </ac:spMkLst>
        </pc:spChg>
        <pc:spChg chg="mod">
          <ac:chgData name="Moore, Marin" userId="8583f3d0-ef4f-4e94-bc30-ad4d4f3f0157" providerId="ADAL" clId="{377B6C87-1F8C-4E2F-B1B3-21804DE677C2}" dt="2026-03-24T19:03:09.783" v="1119" actId="26606"/>
          <ac:spMkLst>
            <pc:docMk/>
            <pc:sldMk cId="2529825235" sldId="271"/>
            <ac:spMk id="3" creationId="{2322E2F5-DEC2-876A-E83E-A82E579A0398}"/>
          </ac:spMkLst>
        </pc:spChg>
        <pc:spChg chg="add">
          <ac:chgData name="Moore, Marin" userId="8583f3d0-ef4f-4e94-bc30-ad4d4f3f0157" providerId="ADAL" clId="{377B6C87-1F8C-4E2F-B1B3-21804DE677C2}" dt="2026-03-24T19:03:09.783" v="1119" actId="26606"/>
          <ac:spMkLst>
            <pc:docMk/>
            <pc:sldMk cId="2529825235" sldId="271"/>
            <ac:spMk id="8" creationId="{AD6F6937-3B5A-4391-9F37-58A571B362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FBF48-E565-9242-8828-5C366EBB5CC7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37862-45DB-A841-B3C4-67703A321A2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5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37862-45DB-A841-B3C4-67703A321A2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10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37862-45DB-A841-B3C4-67703A321A2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93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10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284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87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07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07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670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63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24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919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55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92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7529BF5-0ECF-6745-AFB7-9655BE9A90B9}" type="datetimeFigureOut">
              <a:rPr lang="fr-FR" smtClean="0"/>
              <a:t>24/03/2026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4A93F81-A39E-D444-A2F5-784A00391ED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75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43DF-03AA-2433-FD4C-B5E38CA7E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fr-FR" sz="5000"/>
              <a:t>Tracking &amp; Predicting Antisemitic and Anti-LGBTQ+ Hate Crimes in the United States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F83C1-64F4-0190-A8C0-58132499B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fr-FR" sz="2800"/>
              <a:t>Emily Diamond &amp; Marin Moore</a:t>
            </a:r>
          </a:p>
        </p:txBody>
      </p:sp>
    </p:spTree>
    <p:extLst>
      <p:ext uri="{BB962C8B-B14F-4D97-AF65-F5344CB8AC3E}">
        <p14:creationId xmlns:p14="http://schemas.microsoft.com/office/powerpoint/2010/main" val="330586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4FF1F-09A6-752E-88AB-8CA7AAFA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fr-FR" sz="4400">
                <a:solidFill>
                  <a:srgbClr val="FFFFFF"/>
                </a:solidFill>
              </a:rPr>
              <a:t>The FBI Hate Crimes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9322E-86BB-1C8E-C455-9CE89000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US"/>
              <a:t>This dataset includes all hate crimes reported to the FBI from 1991 to 2024.</a:t>
            </a:r>
          </a:p>
          <a:p>
            <a:r>
              <a:rPr lang="en-US"/>
              <a:t>Features include:</a:t>
            </a:r>
          </a:p>
          <a:p>
            <a:pPr lvl="1"/>
            <a:r>
              <a:rPr lang="en-US"/>
              <a:t>Geographic data (city, state, region)</a:t>
            </a:r>
          </a:p>
          <a:p>
            <a:pPr lvl="1"/>
            <a:r>
              <a:rPr lang="en-US"/>
              <a:t>Offender data (count, age, race, ethnicity)</a:t>
            </a:r>
          </a:p>
          <a:p>
            <a:pPr lvl="1"/>
            <a:r>
              <a:rPr lang="en-US"/>
              <a:t>Victim data (count, age, race, ethnicity)</a:t>
            </a:r>
          </a:p>
          <a:p>
            <a:pPr lvl="1"/>
            <a:r>
              <a:rPr lang="en-US"/>
              <a:t>Incident data (offense type, bias type)</a:t>
            </a:r>
          </a:p>
          <a:p>
            <a:r>
              <a:rPr lang="en-US"/>
              <a:t>We selected only data from the years 2014 to 2024 to ensure relevance and to train a machine learning model on 10 years of data (2014-2013) and test it on the 2024 data.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805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7D47B8B7-B9FE-A430-8C86-D2D27C5DEE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890826"/>
                  </p:ext>
                </p:extLst>
              </p:nvPr>
            </p:nvGraphicFramePr>
            <p:xfrm>
              <a:off x="-1" y="1357744"/>
              <a:ext cx="12635345" cy="598516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7D47B8B7-B9FE-A430-8C86-D2D27C5DEE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-1" y="1357744"/>
                <a:ext cx="12635345" cy="5985162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BC11162-BCBC-C47B-09E8-39F828082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47133"/>
            <a:ext cx="4664623" cy="1033992"/>
          </a:xfrm>
        </p:spPr>
        <p:txBody>
          <a:bodyPr>
            <a:normAutofit/>
          </a:bodyPr>
          <a:lstStyle/>
          <a:p>
            <a:r>
              <a:rPr lang="fr-FR" sz="4000" b="1"/>
              <a:t>Types of </a:t>
            </a:r>
            <a:r>
              <a:rPr lang="fr-FR" sz="4000" b="1" err="1"/>
              <a:t>Hate</a:t>
            </a:r>
            <a:r>
              <a:rPr lang="fr-FR" sz="4000" b="1"/>
              <a:t> Crimes</a:t>
            </a:r>
          </a:p>
        </p:txBody>
      </p:sp>
    </p:spTree>
    <p:extLst>
      <p:ext uri="{BB962C8B-B14F-4D97-AF65-F5344CB8AC3E}">
        <p14:creationId xmlns:p14="http://schemas.microsoft.com/office/powerpoint/2010/main" val="63634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0C72-0A1F-1A06-2F78-CB844C576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47133"/>
            <a:ext cx="2971801" cy="1033992"/>
          </a:xfrm>
        </p:spPr>
        <p:txBody>
          <a:bodyPr>
            <a:normAutofit/>
          </a:bodyPr>
          <a:lstStyle/>
          <a:p>
            <a:r>
              <a:rPr lang="fr-FR" sz="4000" b="1"/>
              <a:t>Basic EDA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C72C7E-35C0-A01E-A4B0-5103EB1D4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150" y="1359028"/>
            <a:ext cx="9029700" cy="515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3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7E0D7-976B-4815-47F4-28E7B54F8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91343-FFF9-1112-2D11-31A641ABA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1"/>
            <a:ext cx="5532100" cy="4048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50F22E-4A4E-37F9-82B2-418DD9109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75" y="1848058"/>
            <a:ext cx="5532100" cy="402886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3E742AA-F516-192E-59B3-637573301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47133"/>
            <a:ext cx="2971801" cy="1033992"/>
          </a:xfrm>
        </p:spPr>
        <p:txBody>
          <a:bodyPr>
            <a:normAutofit/>
          </a:bodyPr>
          <a:lstStyle/>
          <a:p>
            <a:r>
              <a:rPr lang="fr-FR" sz="4000" b="1"/>
              <a:t>Basic EDA</a:t>
            </a:r>
          </a:p>
        </p:txBody>
      </p:sp>
    </p:spTree>
    <p:extLst>
      <p:ext uri="{BB962C8B-B14F-4D97-AF65-F5344CB8AC3E}">
        <p14:creationId xmlns:p14="http://schemas.microsoft.com/office/powerpoint/2010/main" val="384836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1B706-6D6A-1559-5138-C4C58285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3F3715-B303-3AA3-8C70-548E35D97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57" y="379852"/>
            <a:ext cx="10771686" cy="609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5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D807-D2A2-A5D1-DB6B-FF06AB0EC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A9FB-3CC9-06DB-D859-A899CE091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69876"/>
            <a:ext cx="10515600" cy="882650"/>
          </a:xfrm>
        </p:spPr>
        <p:txBody>
          <a:bodyPr>
            <a:normAutofit/>
          </a:bodyPr>
          <a:lstStyle/>
          <a:p>
            <a:r>
              <a:rPr lang="en-US" sz="3600"/>
              <a:t>Basic EDA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13D90B-1307-88EF-CEF9-CE4927EEE5C6}"/>
              </a:ext>
            </a:extLst>
          </p:cNvPr>
          <p:cNvGrpSpPr/>
          <p:nvPr/>
        </p:nvGrpSpPr>
        <p:grpSpPr>
          <a:xfrm>
            <a:off x="520478" y="1152526"/>
            <a:ext cx="8617393" cy="4997707"/>
            <a:chOff x="520478" y="1152526"/>
            <a:chExt cx="8617393" cy="49977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FD1ADA5-D3B5-D73D-C2EF-E15D2AB1A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478" y="1152526"/>
              <a:ext cx="8617393" cy="4997707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77DC992-9B0C-6860-2908-9DC66020EC17}"/>
                </a:ext>
              </a:extLst>
            </p:cNvPr>
            <p:cNvSpPr/>
            <p:nvPr/>
          </p:nvSpPr>
          <p:spPr>
            <a:xfrm rot="3449163">
              <a:off x="7672403" y="3482588"/>
              <a:ext cx="9144" cy="9144"/>
            </a:xfrm>
            <a:prstGeom prst="triangle">
              <a:avLst>
                <a:gd name="adj" fmla="val 95566"/>
              </a:avLst>
            </a:prstGeom>
            <a:solidFill>
              <a:srgbClr val="0060B8"/>
            </a:solidFill>
            <a:ln>
              <a:solidFill>
                <a:srgbClr val="0060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C225AD0-D44A-2B1D-7F39-691000EA3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871" y="2671585"/>
            <a:ext cx="2527361" cy="1320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39A908-4CF7-5357-2835-09D696F2E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870" y="4044042"/>
            <a:ext cx="2527361" cy="104893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F8A72F-8C1B-902A-EB07-74F3BCD24332}"/>
              </a:ext>
            </a:extLst>
          </p:cNvPr>
          <p:cNvCxnSpPr/>
          <p:nvPr/>
        </p:nvCxnSpPr>
        <p:spPr>
          <a:xfrm>
            <a:off x="9137870" y="4044042"/>
            <a:ext cx="2527361" cy="0"/>
          </a:xfrm>
          <a:prstGeom prst="line">
            <a:avLst/>
          </a:prstGeom>
          <a:ln>
            <a:solidFill>
              <a:srgbClr val="11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66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4FC7-388A-E8F9-04F3-8881BBC3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5DD0-AF0B-ACFD-5B7E-29C645E7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69876"/>
            <a:ext cx="10515600" cy="882650"/>
          </a:xfrm>
        </p:spPr>
        <p:txBody>
          <a:bodyPr>
            <a:normAutofit/>
          </a:bodyPr>
          <a:lstStyle/>
          <a:p>
            <a:r>
              <a:rPr lang="en-US" sz="3600"/>
              <a:t>Basic EDA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FC6006-1F7B-3D66-B235-7A92915774ED}"/>
              </a:ext>
            </a:extLst>
          </p:cNvPr>
          <p:cNvCxnSpPr/>
          <p:nvPr/>
        </p:nvCxnSpPr>
        <p:spPr>
          <a:xfrm>
            <a:off x="9137870" y="4044042"/>
            <a:ext cx="2527361" cy="0"/>
          </a:xfrm>
          <a:prstGeom prst="line">
            <a:avLst/>
          </a:prstGeom>
          <a:ln>
            <a:solidFill>
              <a:srgbClr val="11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FF8EDE0-A591-3C9D-0757-35B8CC111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081327"/>
            <a:ext cx="8560240" cy="5162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84383D-EC36-67C7-8E76-23E948F9F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033" y="2797630"/>
            <a:ext cx="2468051" cy="12300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D6450F-C479-4B3D-FAF2-4F4C37990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031" y="4060372"/>
            <a:ext cx="2505456" cy="97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82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2792-6895-6930-101C-BB334F5C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15A02B7-CC36-759D-718F-28E21A99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29705" y="4041638"/>
            <a:ext cx="2527361" cy="1025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7BA5A3-775B-45C9-49AF-AF79E597F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269876"/>
            <a:ext cx="10515600" cy="882650"/>
          </a:xfrm>
        </p:spPr>
        <p:txBody>
          <a:bodyPr>
            <a:normAutofit/>
          </a:bodyPr>
          <a:lstStyle/>
          <a:p>
            <a:r>
              <a:rPr lang="en-US" sz="3600"/>
              <a:t>Basic EDA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78E86B-7008-DD30-8158-CFC559266CEC}"/>
              </a:ext>
            </a:extLst>
          </p:cNvPr>
          <p:cNvCxnSpPr/>
          <p:nvPr/>
        </p:nvCxnSpPr>
        <p:spPr>
          <a:xfrm>
            <a:off x="9137870" y="4044042"/>
            <a:ext cx="2527361" cy="0"/>
          </a:xfrm>
          <a:prstGeom prst="line">
            <a:avLst/>
          </a:prstGeom>
          <a:ln>
            <a:solidFill>
              <a:srgbClr val="11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73A595-40CB-C561-51A6-2F147E21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870" y="2751367"/>
            <a:ext cx="2532888" cy="126242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A21F469-8DB1-58C5-AB61-79675FDCE8D8}"/>
              </a:ext>
            </a:extLst>
          </p:cNvPr>
          <p:cNvGrpSpPr/>
          <p:nvPr/>
        </p:nvGrpSpPr>
        <p:grpSpPr>
          <a:xfrm>
            <a:off x="409575" y="1026504"/>
            <a:ext cx="8630094" cy="5200917"/>
            <a:chOff x="409575" y="828541"/>
            <a:chExt cx="8630094" cy="52009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54AB59-8151-F5AD-9923-89C1C4862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575" y="828541"/>
              <a:ext cx="8630094" cy="5200917"/>
            </a:xfrm>
            <a:prstGeom prst="rect">
              <a:avLst/>
            </a:prstGeom>
          </p:spPr>
        </p:pic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75BD4E1A-2A64-96B9-C00E-C99FA1EADC73}"/>
                </a:ext>
              </a:extLst>
            </p:cNvPr>
            <p:cNvSpPr/>
            <p:nvPr/>
          </p:nvSpPr>
          <p:spPr>
            <a:xfrm rot="3449163">
              <a:off x="7759715" y="3233351"/>
              <a:ext cx="9144" cy="9144"/>
            </a:xfrm>
            <a:prstGeom prst="triangle">
              <a:avLst>
                <a:gd name="adj" fmla="val 95566"/>
              </a:avLst>
            </a:prstGeom>
            <a:solidFill>
              <a:srgbClr val="0060B8"/>
            </a:solidFill>
            <a:ln>
              <a:solidFill>
                <a:srgbClr val="0060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2384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DCC41-DE5E-9959-4A90-300AA080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fr-FR" sz="4400">
                <a:solidFill>
                  <a:srgbClr val="FFFFFF"/>
                </a:solidFill>
              </a:rPr>
              <a:t>The ADL Antisemitic Incident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2E2F5-DEC2-876A-E83E-A82E579A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US" noProof="0"/>
              <a:t>We pulled data from the past 10 years (2015-2025) from the ADL Heat Map.</a:t>
            </a:r>
          </a:p>
          <a:p>
            <a:r>
              <a:rPr lang="en-US" noProof="0"/>
              <a:t>Features include:</a:t>
            </a:r>
          </a:p>
          <a:p>
            <a:pPr lvl="1"/>
            <a:r>
              <a:rPr lang="en-US" noProof="0"/>
              <a:t>Date/Year</a:t>
            </a:r>
          </a:p>
          <a:p>
            <a:pPr lvl="1"/>
            <a:r>
              <a:rPr lang="en-US" noProof="0"/>
              <a:t>City/State/Location Type</a:t>
            </a:r>
          </a:p>
          <a:p>
            <a:pPr lvl="1"/>
            <a:r>
              <a:rPr lang="en-US" noProof="0"/>
              <a:t>Type of Attack/Ideology</a:t>
            </a:r>
          </a:p>
          <a:p>
            <a:r>
              <a:rPr lang="en-US" noProof="0"/>
              <a:t>This dataset tracks Antisemitic white supremacist, and terrorist incidents only</a:t>
            </a:r>
          </a:p>
        </p:txBody>
      </p:sp>
    </p:spTree>
    <p:extLst>
      <p:ext uri="{BB962C8B-B14F-4D97-AF65-F5344CB8AC3E}">
        <p14:creationId xmlns:p14="http://schemas.microsoft.com/office/powerpoint/2010/main" val="2529825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60B6-7A86-D9F0-61C9-7E3CFC0A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Basic EDA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5D7F75-BA74-4F76-530A-24ECD3EFC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/>
              <a:t>From the ADL dataset:</a:t>
            </a:r>
          </a:p>
          <a:p>
            <a:pPr lvl="1"/>
            <a:r>
              <a:rPr lang="en-US" noProof="0"/>
              <a:t>Number of Antisemitic Incidents: </a:t>
            </a:r>
            <a:r>
              <a:rPr lang="en-US" b="1" noProof="0"/>
              <a:t>37,004</a:t>
            </a:r>
          </a:p>
          <a:p>
            <a:pPr lvl="1"/>
            <a:r>
              <a:rPr lang="en-US" noProof="0"/>
              <a:t>Number of Antisemitic AND Anti-LGBTQ+ Incidents: </a:t>
            </a:r>
            <a:r>
              <a:rPr lang="en-US" b="1" noProof="0"/>
              <a:t>358</a:t>
            </a:r>
          </a:p>
          <a:p>
            <a:pPr lvl="1"/>
            <a:r>
              <a:rPr lang="en-US"/>
              <a:t>Percent of Antisemitic Incidents That Are Also Anti-LGBTQ+: </a:t>
            </a:r>
            <a:r>
              <a:rPr lang="en-US" b="1"/>
              <a:t>0.9675%</a:t>
            </a:r>
          </a:p>
          <a:p>
            <a:r>
              <a:rPr lang="en-US" noProof="0"/>
              <a:t>Although not incredibly high, there does appear to be a number of correlated incidents </a:t>
            </a:r>
          </a:p>
        </p:txBody>
      </p:sp>
    </p:spTree>
    <p:extLst>
      <p:ext uri="{BB962C8B-B14F-4D97-AF65-F5344CB8AC3E}">
        <p14:creationId xmlns:p14="http://schemas.microsoft.com/office/powerpoint/2010/main" val="1206905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4AF9D-6E27-55A3-1C56-679EE3F1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E54F9-916D-F90C-090D-5CB5C197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US"/>
              <a:t>Further EDA &amp; machine learning model to predict antisemitic or anti-LGBTQ+ hate crimes based on the state’s:</a:t>
            </a:r>
          </a:p>
          <a:p>
            <a:pPr lvl="1"/>
            <a:r>
              <a:rPr lang="en-US"/>
              <a:t>Region</a:t>
            </a:r>
          </a:p>
          <a:p>
            <a:pPr lvl="1"/>
            <a:r>
              <a:rPr lang="en-US"/>
              <a:t>Proportion of Jewish population</a:t>
            </a:r>
          </a:p>
          <a:p>
            <a:pPr lvl="1"/>
            <a:r>
              <a:rPr lang="en-US"/>
              <a:t>Estimated proportion of LGBTQ+ population</a:t>
            </a:r>
          </a:p>
          <a:p>
            <a:pPr lvl="1"/>
            <a:r>
              <a:rPr lang="en-US"/>
              <a:t>Level of hate crime protections</a:t>
            </a:r>
          </a:p>
          <a:p>
            <a:pPr lvl="1"/>
            <a:r>
              <a:rPr lang="en-US"/>
              <a:t>Balance of pro- to anti-LGBTQ+ legislation</a:t>
            </a:r>
          </a:p>
          <a:p>
            <a:pPr lvl="1"/>
            <a:r>
              <a:rPr lang="en-US"/>
              <a:t>Conservative/liberal balance</a:t>
            </a:r>
          </a:p>
          <a:p>
            <a:pPr lvl="1"/>
            <a:r>
              <a:rPr lang="en-US"/>
              <a:t>Level of ethnic diversity</a:t>
            </a:r>
          </a:p>
        </p:txBody>
      </p:sp>
    </p:spTree>
    <p:extLst>
      <p:ext uri="{BB962C8B-B14F-4D97-AF65-F5344CB8AC3E}">
        <p14:creationId xmlns:p14="http://schemas.microsoft.com/office/powerpoint/2010/main" val="57542049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EC7FA3DC-22E5-824D-9F78-A33187755D71}">
  <we:reference id="wa200003233" version="2.0.0.3" store="en-US" storeType="OMEX"/>
  <we:alternateReferences>
    <we:reference id="wa200003233" version="2.0.0.3" store="wa200003233" storeType="OMEX"/>
  </we:alternateReferences>
  <we:properties>
    <we:property name="embedUrl" value="&quot;/reportEmbed?reportId=ba27535f-4d8e-44b0-a12d-0585f1722970&amp;config=eyJjbHVzdGVyVXJsIjoiaHR0cHM6Ly9XQUJJLVVTLUVBU1QyLUQtUFJJTUFSWS1yZWRpcmVjdC5hbmFseXNpcy53aW5kb3dzLm5ldCIsImVtYmVkRmVhdHVyZXMiOnsidXNhZ2VNZXRyaWNzVk5leHQiOnRydWV9fQ%3D%3D&amp;disableSensitivityBanner=true&amp;storytellingChangeViewModeShortcutKeys=true&quot;"/>
    <we:property name="bookmark" value="&quot;H4sIAAAAAAAAA+1UTW/bMAz9K4EuvQSDP/Jh99Z4HXYYhmAuCgxDDrRFO2oVy5DkrFmQ/z5KTrB1CRYUyzAM6M16pMlH8pFbxoVpJWw+wgrZNZsp9bgC/TgI2ZA1PQY8CIsgTHgUTadVxZMYgayqtUI1hl1vmQVdo70XpgPpAhH4ZTFkIOUcaveqQBocsha1UQ1I8Q17ZzJZ3eFuyPCplUqDC5lbsOjCrsmd3kQhfBNTRiitWGOOpe3RYhpHQZxW03RUhWk5KeMEyc30Dp7ZSRcX2qfPVGNBNJTGYVE1jlMep0UEScILXk3S1OGVkHbvUmxun1pN1VHNm9Y154avoSmRM1+CRtMz3rKbutZYg90/b58ZMyW71Qk8V50u8RNW3tRYYTeUI18i2pDtqE1zraiJHs1U11gPvuuafUsC91yqr5lG6iF3wPA81Uuw+Yyg2e+yZwTVSosS5F8h8J7iDzItVji4cxmPuSwIMaKp5V58P3Rw11MsPY1sCdo6fRcPJCQ3dvpPaY56tvGTfyv0QYLR8BfG/2rqu8VhPcj34acF2Le9Z37BQS92DuecjwKeAFTTCCdFTKdifHZl/gMlGClK1M9EwFZIR859cLDg62n7nAJ7u+LejL7cLfsgqAV97HuQnQt7NQMjyiti1E/MoDwo6SicsdQhm3uWufc7E9zf2H1oV/JJOXhnczExHLe618VkEgdROJrGkIyiMhgn8RhfT+mfndLz50t2hrqLPHu9Yy+6Y16ypzZddda0UOIcGjyxojR6aLibzgsWc7f7Dn2BLeJ0CQAA&quot;"/>
    <we:property name="datasetId" value="&quot;36114a36-a581-4088-9a4c-10fe820cece8&quot;"/>
    <we:property name="pageName" value="&quot;b732039f794f19c6c38e&quot;"/>
    <we:property name="reportUrl" value="&quot;/groups/me/reports/ba27535f-4d8e-44b0-a12d-0585f1722970/b732039f794f19c6c38e&quot;"/>
    <we:property name="reportName" value="&quot;Hate Crime Power BI&quot;"/>
    <we:property name="reportState" value="&quot;CONNECTED&quot;"/>
    <we:property name="pageDisplayName" value="&quot;Page 1&quot;"/>
    <we:property name="backgroundColor" value="&quot;#FFFFFF&quot;"/>
    <we:property name="initialStateBookmark" value="&quot;H4sIAAAAAAAAA+1WbWvbQAz+K+W+9IsZiZ0391vqZQy6vtCUwhhhyD7ZvfbiM3fnrlnwf5/u7GzrEpaNZYxBv+UeKdIj6ZHwmnFhKgmrC1giO2GnSj0sQT8c9VnAyg67vDw7n16ffbyYns8IVpUVqjTsZM0s6ALtrTA1SBeBwA+LgIGUV1C4Vw7SYMAq1EaVIMVnbJ3JZHWNTcDwqZJKgws5t2DRhX0kd3pT7v6riDJCZsUjzjGzLZqOo7AXxfk4HuT9OBtl0QTJzbQOntlOFxfap09UaUGUlMZhYT6MYh7FaQiTCU95Popjh+dC2s4lXc2eKk3VUc2rynVlyh+hzJAzX4JG0zJes2lRaCzAds/ZM2OiZL3cgc9VrTO8xtybSivsinLM7xBtnzXUpiutqIkeTVRdWg++qcuuJT33vFOfEo3UQ+6AYD/VQ7B5j6DZz7InBBVKiwzkXyHwluIfJVos8ejGZdzmsiDEiLKQnfi+6eCmpZh5GskdaOv0nd6TkNzY6X9Kc9SnKz/510JvJBgGPzD+V1NvFpv1IN/77xaga3vL/ICDXjQO55wPenwCkI9DHKUR8N5w78r8B0owUmSon4mALZGOnPvBwYKvp2pzCmztinsz+nLX7J2gFrSxb0HWLuzxKRiRHROjdmIG5UZJW+GMpQ7ZuWc59357gvsb24V2Je+Ug3c2BxPDdqtbXYxGUS/sD8YRTAZh1htOoiG+nNI/O6X7z5esDXUXefJyx37rjnnJ7tp0VVtTQYZXUOKOFaXRQ8nddH5tMQM3L5HKfWfCfRJ9XeSm+QK76/NhnQkAAA==&quot;"/>
    <we:property name="isFiltersActionButtonVisible" value="true"/>
    <we:property name="isVisualContainerHeaderHidden" value="false"/>
    <we:property name="reportEmbeddedTime" value="&quot;2026-03-24T17:47:04.816Z&quot;"/>
    <we:property name="creatorTenantId" value="&quot;6232b055-76b9-4c13-9b88-b562ae7db6fb&quot;"/>
    <we:property name="creatorUserId" value="&quot;10032001F42CB6F5&quot;"/>
    <we:property name="creatorSessionId" value="&quot;92969941-c65a-43bc-9270-85efd2820110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Application>Microsoft Office PowerPoint</Application>
  <PresentationFormat>Widescreen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Metropolitan</vt:lpstr>
      <vt:lpstr>Tracking &amp; Predicting Antisemitic and Anti-LGBTQ+ Hate Crimes in the United States</vt:lpstr>
      <vt:lpstr>The FBI Hate Crimes Dataset</vt:lpstr>
      <vt:lpstr>Types of Hate Crimes</vt:lpstr>
      <vt:lpstr>Basic EDA</vt:lpstr>
      <vt:lpstr>Basic EDA</vt:lpstr>
      <vt:lpstr>PowerPoint Presentation</vt:lpstr>
      <vt:lpstr>Basic EDA</vt:lpstr>
      <vt:lpstr>Basic EDA</vt:lpstr>
      <vt:lpstr>Basic EDA</vt:lpstr>
      <vt:lpstr>The ADL Antisemitic Incident Dataset</vt:lpstr>
      <vt:lpstr>Basic EDA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Diamond, Emily</dc:creator>
  <cp:revision>1</cp:revision>
  <dcterms:created xsi:type="dcterms:W3CDTF">2026-03-19T14:25:55Z</dcterms:created>
  <dcterms:modified xsi:type="dcterms:W3CDTF">2026-03-24T19:04:24Z</dcterms:modified>
</cp:coreProperties>
</file>